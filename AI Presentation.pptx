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2" r:id="rId8"/>
    <p:sldId id="263" r:id="rId9"/>
    <p:sldId id="264" r:id="rId10"/>
    <p:sldId id="265" r:id="rId11"/>
    <p:sldId id="267" r:id="rId12"/>
    <p:sldId id="271" r:id="rId13"/>
    <p:sldId id="272" r:id="rId14"/>
    <p:sldId id="273" r:id="rId15"/>
    <p:sldId id="274" r:id="rId16"/>
    <p:sldId id="266" r:id="rId17"/>
    <p:sldId id="268" r:id="rId18"/>
    <p:sldId id="269"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4D7DE-4896-BFFE-6B4B-2984BF18C048}" v="104" dt="2025-12-09T12:08:23.363"/>
    <p1510:client id="{149E05A0-2DA5-3481-FA37-AC5863C6A18F}" v="2" dt="2025-12-09T11:08:20.420"/>
    <p1510:client id="{20A20879-C6AA-5859-1F22-A7A413043758}" v="110" dt="2025-12-08T19:00:07.199"/>
    <p1510:client id="{867EF111-3D19-6AC6-E53E-D9F2BA48D845}" v="211" dt="2025-12-08T19:30:47.149"/>
    <p1510:client id="{D9FD39F6-3095-2BBA-56FC-81D16B5B0E6F}" v="146" dt="2025-12-07T22:34:37.8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00221555 Sean Kelly" userId="S::x00221555@mytudublin.ie::53b29c55-6005-4aa7-843a-d67c21753314" providerId="AD" clId="Web-{D9FD39F6-3095-2BBA-56FC-81D16B5B0E6F}"/>
    <pc:docChg chg="modSld">
      <pc:chgData name="X00221555 Sean Kelly" userId="S::x00221555@mytudublin.ie::53b29c55-6005-4aa7-843a-d67c21753314" providerId="AD" clId="Web-{D9FD39F6-3095-2BBA-56FC-81D16B5B0E6F}" dt="2025-12-07T22:34:10.224" v="141"/>
      <pc:docMkLst>
        <pc:docMk/>
      </pc:docMkLst>
      <pc:sldChg chg="modSp">
        <pc:chgData name="X00221555 Sean Kelly" userId="S::x00221555@mytudublin.ie::53b29c55-6005-4aa7-843a-d67c21753314" providerId="AD" clId="Web-{D9FD39F6-3095-2BBA-56FC-81D16B5B0E6F}" dt="2025-12-07T22:34:10.224" v="141"/>
        <pc:sldMkLst>
          <pc:docMk/>
          <pc:sldMk cId="1924060941" sldId="270"/>
        </pc:sldMkLst>
        <pc:graphicFrameChg chg="mod modGraphic">
          <ac:chgData name="X00221555 Sean Kelly" userId="S::x00221555@mytudublin.ie::53b29c55-6005-4aa7-843a-d67c21753314" providerId="AD" clId="Web-{D9FD39F6-3095-2BBA-56FC-81D16B5B0E6F}" dt="2025-12-07T22:34:10.224" v="141"/>
          <ac:graphicFrameMkLst>
            <pc:docMk/>
            <pc:sldMk cId="1924060941" sldId="270"/>
            <ac:graphicFrameMk id="4" creationId="{4735D2F9-24CC-80E3-D490-988E02140218}"/>
          </ac:graphicFrameMkLst>
        </pc:graphicFrameChg>
      </pc:sldChg>
    </pc:docChg>
  </pc:docChgLst>
  <pc:docChgLst>
    <pc:chgData name="X00221555 Sean Kelly" userId="S::x00221555@mytudublin.ie::53b29c55-6005-4aa7-843a-d67c21753314" providerId="AD" clId="Web-{20A20879-C6AA-5859-1F22-A7A413043758}"/>
    <pc:docChg chg="modSld">
      <pc:chgData name="X00221555 Sean Kelly" userId="S::x00221555@mytudublin.ie::53b29c55-6005-4aa7-843a-d67c21753314" providerId="AD" clId="Web-{20A20879-C6AA-5859-1F22-A7A413043758}" dt="2025-12-08T19:00:07.199" v="59" actId="20577"/>
      <pc:docMkLst>
        <pc:docMk/>
      </pc:docMkLst>
      <pc:sldChg chg="addSp delSp modSp">
        <pc:chgData name="X00221555 Sean Kelly" userId="S::x00221555@mytudublin.ie::53b29c55-6005-4aa7-843a-d67c21753314" providerId="AD" clId="Web-{20A20879-C6AA-5859-1F22-A7A413043758}" dt="2025-12-08T19:00:07.199" v="59" actId="20577"/>
        <pc:sldMkLst>
          <pc:docMk/>
          <pc:sldMk cId="3694143877" sldId="266"/>
        </pc:sldMkLst>
        <pc:spChg chg="add mod">
          <ac:chgData name="X00221555 Sean Kelly" userId="S::x00221555@mytudublin.ie::53b29c55-6005-4aa7-843a-d67c21753314" providerId="AD" clId="Web-{20A20879-C6AA-5859-1F22-A7A413043758}" dt="2025-12-08T19:00:07.199" v="59" actId="20577"/>
          <ac:spMkLst>
            <pc:docMk/>
            <pc:sldMk cId="3694143877" sldId="266"/>
            <ac:spMk id="4" creationId="{0C544EEA-28DE-7897-0A2E-8BBB449A267D}"/>
          </ac:spMkLst>
        </pc:spChg>
        <pc:spChg chg="del">
          <ac:chgData name="X00221555 Sean Kelly" userId="S::x00221555@mytudublin.ie::53b29c55-6005-4aa7-843a-d67c21753314" providerId="AD" clId="Web-{20A20879-C6AA-5859-1F22-A7A413043758}" dt="2025-12-08T18:59:15.917" v="0"/>
          <ac:spMkLst>
            <pc:docMk/>
            <pc:sldMk cId="3694143877" sldId="266"/>
            <ac:spMk id="5" creationId="{09F8DB6B-5669-2AD6-EF64-C2FB2E9E4DB7}"/>
          </ac:spMkLst>
        </pc:spChg>
        <pc:picChg chg="add mod ord">
          <ac:chgData name="X00221555 Sean Kelly" userId="S::x00221555@mytudublin.ie::53b29c55-6005-4aa7-843a-d67c21753314" providerId="AD" clId="Web-{20A20879-C6AA-5859-1F22-A7A413043758}" dt="2025-12-08T18:59:19.573" v="2" actId="1076"/>
          <ac:picMkLst>
            <pc:docMk/>
            <pc:sldMk cId="3694143877" sldId="266"/>
            <ac:picMk id="3" creationId="{E4F4FF65-220F-8034-B8B9-112A46667752}"/>
          </ac:picMkLst>
        </pc:picChg>
      </pc:sldChg>
    </pc:docChg>
  </pc:docChgLst>
  <pc:docChgLst>
    <pc:chgData name="X00226363 Daniel Alonso Garcia" userId="S::x00226363@mytudublin.ie::db58cc15-9920-45e3-a252-45261eb34a8a" providerId="AD" clId="Web-{149E05A0-2DA5-3481-FA37-AC5863C6A18F}"/>
    <pc:docChg chg="modSld">
      <pc:chgData name="X00226363 Daniel Alonso Garcia" userId="S::x00226363@mytudublin.ie::db58cc15-9920-45e3-a252-45261eb34a8a" providerId="AD" clId="Web-{149E05A0-2DA5-3481-FA37-AC5863C6A18F}" dt="2025-12-09T11:08:20.420" v="1" actId="1076"/>
      <pc:docMkLst>
        <pc:docMk/>
      </pc:docMkLst>
      <pc:sldChg chg="modSp">
        <pc:chgData name="X00226363 Daniel Alonso Garcia" userId="S::x00226363@mytudublin.ie::db58cc15-9920-45e3-a252-45261eb34a8a" providerId="AD" clId="Web-{149E05A0-2DA5-3481-FA37-AC5863C6A18F}" dt="2025-12-09T11:08:20.420" v="1" actId="1076"/>
        <pc:sldMkLst>
          <pc:docMk/>
          <pc:sldMk cId="2801036417" sldId="267"/>
        </pc:sldMkLst>
        <pc:picChg chg="mod">
          <ac:chgData name="X00226363 Daniel Alonso Garcia" userId="S::x00226363@mytudublin.ie::db58cc15-9920-45e3-a252-45261eb34a8a" providerId="AD" clId="Web-{149E05A0-2DA5-3481-FA37-AC5863C6A18F}" dt="2025-12-09T11:08:20.420" v="1" actId="1076"/>
          <ac:picMkLst>
            <pc:docMk/>
            <pc:sldMk cId="2801036417" sldId="267"/>
            <ac:picMk id="6" creationId="{C05279D0-C4CC-CF64-8136-D13C84A5C85E}"/>
          </ac:picMkLst>
        </pc:picChg>
      </pc:sldChg>
    </pc:docChg>
  </pc:docChgLst>
  <pc:docChgLst>
    <pc:chgData name="X00221555 Sean Kelly" userId="S::x00221555@mytudublin.ie::53b29c55-6005-4aa7-843a-d67c21753314" providerId="AD" clId="Web-{2C5FBD5A-2083-0282-68D4-5F40BDA7D0A6}"/>
    <pc:docChg chg="modSld">
      <pc:chgData name="X00221555 Sean Kelly" userId="S::x00221555@mytudublin.ie::53b29c55-6005-4aa7-843a-d67c21753314" providerId="AD" clId="Web-{2C5FBD5A-2083-0282-68D4-5F40BDA7D0A6}" dt="2025-12-05T20:50:55.564" v="6" actId="20577"/>
      <pc:docMkLst>
        <pc:docMk/>
      </pc:docMkLst>
      <pc:sldChg chg="modSp">
        <pc:chgData name="X00221555 Sean Kelly" userId="S::x00221555@mytudublin.ie::53b29c55-6005-4aa7-843a-d67c21753314" providerId="AD" clId="Web-{2C5FBD5A-2083-0282-68D4-5F40BDA7D0A6}" dt="2025-12-05T20:14:40.621" v="1" actId="1076"/>
        <pc:sldMkLst>
          <pc:docMk/>
          <pc:sldMk cId="1122558169" sldId="259"/>
        </pc:sldMkLst>
        <pc:spChg chg="mod">
          <ac:chgData name="X00221555 Sean Kelly" userId="S::x00221555@mytudublin.ie::53b29c55-6005-4aa7-843a-d67c21753314" providerId="AD" clId="Web-{2C5FBD5A-2083-0282-68D4-5F40BDA7D0A6}" dt="2025-12-05T20:14:40.621" v="1" actId="1076"/>
          <ac:spMkLst>
            <pc:docMk/>
            <pc:sldMk cId="1122558169" sldId="259"/>
            <ac:spMk id="3" creationId="{AAFD0DCE-ADF8-FB08-386B-EDD8F3E427BB}"/>
          </ac:spMkLst>
        </pc:spChg>
      </pc:sldChg>
      <pc:sldChg chg="modSp">
        <pc:chgData name="X00221555 Sean Kelly" userId="S::x00221555@mytudublin.ie::53b29c55-6005-4aa7-843a-d67c21753314" providerId="AD" clId="Web-{2C5FBD5A-2083-0282-68D4-5F40BDA7D0A6}" dt="2025-12-05T20:50:55.564" v="6" actId="20577"/>
        <pc:sldMkLst>
          <pc:docMk/>
          <pc:sldMk cId="1341477173" sldId="269"/>
        </pc:sldMkLst>
        <pc:spChg chg="mod">
          <ac:chgData name="X00221555 Sean Kelly" userId="S::x00221555@mytudublin.ie::53b29c55-6005-4aa7-843a-d67c21753314" providerId="AD" clId="Web-{2C5FBD5A-2083-0282-68D4-5F40BDA7D0A6}" dt="2025-12-05T20:50:55.564" v="6" actId="20577"/>
          <ac:spMkLst>
            <pc:docMk/>
            <pc:sldMk cId="1341477173" sldId="269"/>
            <ac:spMk id="3" creationId="{894B8D57-F9D7-85B2-095A-CC1E3AAB3827}"/>
          </ac:spMkLst>
        </pc:spChg>
      </pc:sldChg>
    </pc:docChg>
  </pc:docChgLst>
  <pc:docChgLst>
    <pc:chgData name="X00229142 David Burgos" userId="S::x00229142@mytudublin.ie::7f8adce1-c802-4289-9a04-a325c955edfc" providerId="AD" clId="Web-{867EF111-3D19-6AC6-E53E-D9F2BA48D845}"/>
    <pc:docChg chg="addSld modSld">
      <pc:chgData name="X00229142 David Burgos" userId="S::x00229142@mytudublin.ie::7f8adce1-c802-4289-9a04-a325c955edfc" providerId="AD" clId="Web-{867EF111-3D19-6AC6-E53E-D9F2BA48D845}" dt="2025-12-08T19:30:47.149" v="227" actId="14100"/>
      <pc:docMkLst>
        <pc:docMk/>
      </pc:docMkLst>
      <pc:sldChg chg="addSp delSp modSp">
        <pc:chgData name="X00229142 David Burgos" userId="S::x00229142@mytudublin.ie::7f8adce1-c802-4289-9a04-a325c955edfc" providerId="AD" clId="Web-{867EF111-3D19-6AC6-E53E-D9F2BA48D845}" dt="2025-12-08T19:30:47.149" v="227" actId="14100"/>
        <pc:sldMkLst>
          <pc:docMk/>
          <pc:sldMk cId="3694143877" sldId="266"/>
        </pc:sldMkLst>
        <pc:spChg chg="add mod">
          <ac:chgData name="X00229142 David Burgos" userId="S::x00229142@mytudublin.ie::7f8adce1-c802-4289-9a04-a325c955edfc" providerId="AD" clId="Web-{867EF111-3D19-6AC6-E53E-D9F2BA48D845}" dt="2025-12-08T18:41:54.910" v="0"/>
          <ac:spMkLst>
            <pc:docMk/>
            <pc:sldMk cId="3694143877" sldId="266"/>
            <ac:spMk id="5" creationId="{09F8DB6B-5669-2AD6-EF64-C2FB2E9E4DB7}"/>
          </ac:spMkLst>
        </pc:spChg>
        <pc:picChg chg="mod modCrop">
          <ac:chgData name="X00229142 David Burgos" userId="S::x00229142@mytudublin.ie::7f8adce1-c802-4289-9a04-a325c955edfc" providerId="AD" clId="Web-{867EF111-3D19-6AC6-E53E-D9F2BA48D845}" dt="2025-12-08T19:30:47.149" v="227" actId="14100"/>
          <ac:picMkLst>
            <pc:docMk/>
            <pc:sldMk cId="3694143877" sldId="266"/>
            <ac:picMk id="3" creationId="{E4F4FF65-220F-8034-B8B9-112A46667752}"/>
          </ac:picMkLst>
        </pc:picChg>
        <pc:picChg chg="del">
          <ac:chgData name="X00229142 David Burgos" userId="S::x00229142@mytudublin.ie::7f8adce1-c802-4289-9a04-a325c955edfc" providerId="AD" clId="Web-{867EF111-3D19-6AC6-E53E-D9F2BA48D845}" dt="2025-12-08T18:41:54.910" v="0"/>
          <ac:picMkLst>
            <pc:docMk/>
            <pc:sldMk cId="3694143877" sldId="266"/>
            <ac:picMk id="4" creationId="{A7D7EFDB-D360-B8EE-EC22-438EA716D656}"/>
          </ac:picMkLst>
        </pc:picChg>
      </pc:sldChg>
      <pc:sldChg chg="addSp delSp modSp new mod setBg">
        <pc:chgData name="X00229142 David Burgos" userId="S::x00229142@mytudublin.ie::7f8adce1-c802-4289-9a04-a325c955edfc" providerId="AD" clId="Web-{867EF111-3D19-6AC6-E53E-D9F2BA48D845}" dt="2025-12-08T18:59:47.377" v="89" actId="20577"/>
        <pc:sldMkLst>
          <pc:docMk/>
          <pc:sldMk cId="864951642" sldId="271"/>
        </pc:sldMkLst>
        <pc:spChg chg="mod">
          <ac:chgData name="X00229142 David Burgos" userId="S::x00229142@mytudublin.ie::7f8adce1-c802-4289-9a04-a325c955edfc" providerId="AD" clId="Web-{867EF111-3D19-6AC6-E53E-D9F2BA48D845}" dt="2025-12-08T18:59:47.377" v="89" actId="20577"/>
          <ac:spMkLst>
            <pc:docMk/>
            <pc:sldMk cId="864951642" sldId="271"/>
            <ac:spMk id="2" creationId="{465A6DBF-0ED0-FB21-0E91-AEE18C64B6F8}"/>
          </ac:spMkLst>
        </pc:spChg>
        <pc:spChg chg="mod ord">
          <ac:chgData name="X00229142 David Burgos" userId="S::x00229142@mytudublin.ie::7f8adce1-c802-4289-9a04-a325c955edfc" providerId="AD" clId="Web-{867EF111-3D19-6AC6-E53E-D9F2BA48D845}" dt="2025-12-08T18:58:20.731" v="33"/>
          <ac:spMkLst>
            <pc:docMk/>
            <pc:sldMk cId="864951642" sldId="271"/>
            <ac:spMk id="3" creationId="{16323EC7-6935-D56A-0541-E788C7D8825F}"/>
          </ac:spMkLst>
        </pc:spChg>
        <pc:spChg chg="add del">
          <ac:chgData name="X00229142 David Burgos" userId="S::x00229142@mytudublin.ie::7f8adce1-c802-4289-9a04-a325c955edfc" providerId="AD" clId="Web-{867EF111-3D19-6AC6-E53E-D9F2BA48D845}" dt="2025-12-08T18:58:08.339" v="22"/>
          <ac:spMkLst>
            <pc:docMk/>
            <pc:sldMk cId="864951642" sldId="271"/>
            <ac:spMk id="9" creationId="{2550BE34-C2B8-49B8-8519-67A8CAD51AE9}"/>
          </ac:spMkLst>
        </pc:spChg>
        <pc:spChg chg="add del">
          <ac:chgData name="X00229142 David Burgos" userId="S::x00229142@mytudublin.ie::7f8adce1-c802-4289-9a04-a325c955edfc" providerId="AD" clId="Web-{867EF111-3D19-6AC6-E53E-D9F2BA48D845}" dt="2025-12-08T18:58:08.339" v="22"/>
          <ac:spMkLst>
            <pc:docMk/>
            <pc:sldMk cId="864951642" sldId="271"/>
            <ac:spMk id="11" creationId="{A7457DD9-5A45-400A-AB4B-4B4EDECA25F1}"/>
          </ac:spMkLst>
        </pc:spChg>
        <pc:spChg chg="add del">
          <ac:chgData name="X00229142 David Burgos" userId="S::x00229142@mytudublin.ie::7f8adce1-c802-4289-9a04-a325c955edfc" providerId="AD" clId="Web-{867EF111-3D19-6AC6-E53E-D9F2BA48D845}" dt="2025-12-08T18:58:08.339" v="22"/>
          <ac:spMkLst>
            <pc:docMk/>
            <pc:sldMk cId="864951642" sldId="271"/>
            <ac:spMk id="13" creationId="{441CF7D6-A660-431A-B0BB-140A0D5556B6}"/>
          </ac:spMkLst>
        </pc:spChg>
        <pc:spChg chg="add del">
          <ac:chgData name="X00229142 David Burgos" userId="S::x00229142@mytudublin.ie::7f8adce1-c802-4289-9a04-a325c955edfc" providerId="AD" clId="Web-{867EF111-3D19-6AC6-E53E-D9F2BA48D845}" dt="2025-12-08T18:58:08.339" v="22"/>
          <ac:spMkLst>
            <pc:docMk/>
            <pc:sldMk cId="864951642" sldId="271"/>
            <ac:spMk id="15" creationId="{0570A85B-3810-4F95-97B0-CBF4CCDB381C}"/>
          </ac:spMkLst>
        </pc:spChg>
        <pc:spChg chg="add del">
          <ac:chgData name="X00229142 David Burgos" userId="S::x00229142@mytudublin.ie::7f8adce1-c802-4289-9a04-a325c955edfc" providerId="AD" clId="Web-{867EF111-3D19-6AC6-E53E-D9F2BA48D845}" dt="2025-12-08T18:58:10.183" v="24"/>
          <ac:spMkLst>
            <pc:docMk/>
            <pc:sldMk cId="864951642" sldId="271"/>
            <ac:spMk id="17" creationId="{1A95671B-3CC6-4792-9114-B74FAEA224E6}"/>
          </ac:spMkLst>
        </pc:spChg>
        <pc:spChg chg="add del">
          <ac:chgData name="X00229142 David Burgos" userId="S::x00229142@mytudublin.ie::7f8adce1-c802-4289-9a04-a325c955edfc" providerId="AD" clId="Web-{867EF111-3D19-6AC6-E53E-D9F2BA48D845}" dt="2025-12-08T18:58:12.558" v="26"/>
          <ac:spMkLst>
            <pc:docMk/>
            <pc:sldMk cId="864951642" sldId="271"/>
            <ac:spMk id="19" creationId="{058A14AF-9FB5-4CC7-BA35-E8E85D3EDF0E}"/>
          </ac:spMkLst>
        </pc:spChg>
        <pc:spChg chg="add del">
          <ac:chgData name="X00229142 David Burgos" userId="S::x00229142@mytudublin.ie::7f8adce1-c802-4289-9a04-a325c955edfc" providerId="AD" clId="Web-{867EF111-3D19-6AC6-E53E-D9F2BA48D845}" dt="2025-12-08T18:58:12.558" v="26"/>
          <ac:spMkLst>
            <pc:docMk/>
            <pc:sldMk cId="864951642" sldId="271"/>
            <ac:spMk id="20" creationId="{3A9A4357-BD1D-4622-A4FE-766E6AB8DE84}"/>
          </ac:spMkLst>
        </pc:spChg>
        <pc:spChg chg="add del">
          <ac:chgData name="X00229142 David Burgos" userId="S::x00229142@mytudublin.ie::7f8adce1-c802-4289-9a04-a325c955edfc" providerId="AD" clId="Web-{867EF111-3D19-6AC6-E53E-D9F2BA48D845}" dt="2025-12-08T18:58:12.558" v="26"/>
          <ac:spMkLst>
            <pc:docMk/>
            <pc:sldMk cId="864951642" sldId="271"/>
            <ac:spMk id="21" creationId="{E659831F-0D9A-4C63-9EBB-8435B85A440F}"/>
          </ac:spMkLst>
        </pc:spChg>
        <pc:spChg chg="add del">
          <ac:chgData name="X00229142 David Burgos" userId="S::x00229142@mytudublin.ie::7f8adce1-c802-4289-9a04-a325c955edfc" providerId="AD" clId="Web-{867EF111-3D19-6AC6-E53E-D9F2BA48D845}" dt="2025-12-08T18:58:12.558" v="26"/>
          <ac:spMkLst>
            <pc:docMk/>
            <pc:sldMk cId="864951642" sldId="271"/>
            <ac:spMk id="22" creationId="{E6995CE5-F890-4ABA-82A2-26507CE8D2A3}"/>
          </ac:spMkLst>
        </pc:spChg>
        <pc:spChg chg="add del">
          <ac:chgData name="X00229142 David Burgos" userId="S::x00229142@mytudublin.ie::7f8adce1-c802-4289-9a04-a325c955edfc" providerId="AD" clId="Web-{867EF111-3D19-6AC6-E53E-D9F2BA48D845}" dt="2025-12-08T18:58:15.902" v="28"/>
          <ac:spMkLst>
            <pc:docMk/>
            <pc:sldMk cId="864951642" sldId="271"/>
            <ac:spMk id="24" creationId="{2596F992-698C-48C0-9D89-70DA4CE927EF}"/>
          </ac:spMkLst>
        </pc:spChg>
        <pc:spChg chg="add del">
          <ac:chgData name="X00229142 David Burgos" userId="S::x00229142@mytudublin.ie::7f8adce1-c802-4289-9a04-a325c955edfc" providerId="AD" clId="Web-{867EF111-3D19-6AC6-E53E-D9F2BA48D845}" dt="2025-12-08T18:58:15.902" v="28"/>
          <ac:spMkLst>
            <pc:docMk/>
            <pc:sldMk cId="864951642" sldId="271"/>
            <ac:spMk id="25" creationId="{E7BFF8DC-0AE7-4AD2-9B28-2E5F26D62C30}"/>
          </ac:spMkLst>
        </pc:spChg>
        <pc:spChg chg="add del">
          <ac:chgData name="X00229142 David Burgos" userId="S::x00229142@mytudublin.ie::7f8adce1-c802-4289-9a04-a325c955edfc" providerId="AD" clId="Web-{867EF111-3D19-6AC6-E53E-D9F2BA48D845}" dt="2025-12-08T18:58:15.902" v="28"/>
          <ac:spMkLst>
            <pc:docMk/>
            <pc:sldMk cId="864951642" sldId="271"/>
            <ac:spMk id="26" creationId="{7E0162AD-C6E5-4BF8-A453-76ADB36877D3}"/>
          </ac:spMkLst>
        </pc:spChg>
        <pc:spChg chg="add del">
          <ac:chgData name="X00229142 David Burgos" userId="S::x00229142@mytudublin.ie::7f8adce1-c802-4289-9a04-a325c955edfc" providerId="AD" clId="Web-{867EF111-3D19-6AC6-E53E-D9F2BA48D845}" dt="2025-12-08T18:58:17.387" v="30"/>
          <ac:spMkLst>
            <pc:docMk/>
            <pc:sldMk cId="864951642" sldId="271"/>
            <ac:spMk id="28" creationId="{1A95671B-3CC6-4792-9114-B74FAEA224E6}"/>
          </ac:spMkLst>
        </pc:spChg>
        <pc:spChg chg="add del">
          <ac:chgData name="X00229142 David Burgos" userId="S::x00229142@mytudublin.ie::7f8adce1-c802-4289-9a04-a325c955edfc" providerId="AD" clId="Web-{867EF111-3D19-6AC6-E53E-D9F2BA48D845}" dt="2025-12-08T18:58:20.715" v="32"/>
          <ac:spMkLst>
            <pc:docMk/>
            <pc:sldMk cId="864951642" sldId="271"/>
            <ac:spMk id="30" creationId="{8B3A2D1A-45FC-4F95-B150-1C13EF2F6D09}"/>
          </ac:spMkLst>
        </pc:spChg>
        <pc:spChg chg="add del">
          <ac:chgData name="X00229142 David Burgos" userId="S::x00229142@mytudublin.ie::7f8adce1-c802-4289-9a04-a325c955edfc" providerId="AD" clId="Web-{867EF111-3D19-6AC6-E53E-D9F2BA48D845}" dt="2025-12-08T18:58:20.715" v="32"/>
          <ac:spMkLst>
            <pc:docMk/>
            <pc:sldMk cId="864951642" sldId="271"/>
            <ac:spMk id="31" creationId="{39C3C864-C625-4883-B868-9A4C470F4DD5}"/>
          </ac:spMkLst>
        </pc:spChg>
        <pc:spChg chg="add">
          <ac:chgData name="X00229142 David Burgos" userId="S::x00229142@mytudublin.ie::7f8adce1-c802-4289-9a04-a325c955edfc" providerId="AD" clId="Web-{867EF111-3D19-6AC6-E53E-D9F2BA48D845}" dt="2025-12-08T18:58:20.731" v="33"/>
          <ac:spMkLst>
            <pc:docMk/>
            <pc:sldMk cId="864951642" sldId="271"/>
            <ac:spMk id="33" creationId="{2550BE34-C2B8-49B8-8519-67A8CAD51AE9}"/>
          </ac:spMkLst>
        </pc:spChg>
        <pc:spChg chg="add">
          <ac:chgData name="X00229142 David Burgos" userId="S::x00229142@mytudublin.ie::7f8adce1-c802-4289-9a04-a325c955edfc" providerId="AD" clId="Web-{867EF111-3D19-6AC6-E53E-D9F2BA48D845}" dt="2025-12-08T18:58:20.731" v="33"/>
          <ac:spMkLst>
            <pc:docMk/>
            <pc:sldMk cId="864951642" sldId="271"/>
            <ac:spMk id="34" creationId="{A7457DD9-5A45-400A-AB4B-4B4EDECA25F1}"/>
          </ac:spMkLst>
        </pc:spChg>
        <pc:spChg chg="add">
          <ac:chgData name="X00229142 David Burgos" userId="S::x00229142@mytudublin.ie::7f8adce1-c802-4289-9a04-a325c955edfc" providerId="AD" clId="Web-{867EF111-3D19-6AC6-E53E-D9F2BA48D845}" dt="2025-12-08T18:58:20.731" v="33"/>
          <ac:spMkLst>
            <pc:docMk/>
            <pc:sldMk cId="864951642" sldId="271"/>
            <ac:spMk id="35" creationId="{441CF7D6-A660-431A-B0BB-140A0D5556B6}"/>
          </ac:spMkLst>
        </pc:spChg>
        <pc:spChg chg="add">
          <ac:chgData name="X00229142 David Burgos" userId="S::x00229142@mytudublin.ie::7f8adce1-c802-4289-9a04-a325c955edfc" providerId="AD" clId="Web-{867EF111-3D19-6AC6-E53E-D9F2BA48D845}" dt="2025-12-08T18:58:20.731" v="33"/>
          <ac:spMkLst>
            <pc:docMk/>
            <pc:sldMk cId="864951642" sldId="271"/>
            <ac:spMk id="36" creationId="{0570A85B-3810-4F95-97B0-CBF4CCDB381C}"/>
          </ac:spMkLst>
        </pc:spChg>
        <pc:picChg chg="add mod">
          <ac:chgData name="X00229142 David Burgos" userId="S::x00229142@mytudublin.ie::7f8adce1-c802-4289-9a04-a325c955edfc" providerId="AD" clId="Web-{867EF111-3D19-6AC6-E53E-D9F2BA48D845}" dt="2025-12-08T18:58:20.731" v="33"/>
          <ac:picMkLst>
            <pc:docMk/>
            <pc:sldMk cId="864951642" sldId="271"/>
            <ac:picMk id="4" creationId="{F7D504C6-F406-7539-C40A-B5BE485F059B}"/>
          </ac:picMkLst>
        </pc:picChg>
      </pc:sldChg>
      <pc:sldChg chg="addSp delSp modSp new mod setBg">
        <pc:chgData name="X00229142 David Burgos" userId="S::x00229142@mytudublin.ie::7f8adce1-c802-4289-9a04-a325c955edfc" providerId="AD" clId="Web-{867EF111-3D19-6AC6-E53E-D9F2BA48D845}" dt="2025-12-08T19:15:55.212" v="141" actId="1076"/>
        <pc:sldMkLst>
          <pc:docMk/>
          <pc:sldMk cId="3166724691" sldId="272"/>
        </pc:sldMkLst>
        <pc:spChg chg="mod">
          <ac:chgData name="X00229142 David Burgos" userId="S::x00229142@mytudublin.ie::7f8adce1-c802-4289-9a04-a325c955edfc" providerId="AD" clId="Web-{867EF111-3D19-6AC6-E53E-D9F2BA48D845}" dt="2025-12-08T19:15:55.212" v="141" actId="1076"/>
          <ac:spMkLst>
            <pc:docMk/>
            <pc:sldMk cId="3166724691" sldId="272"/>
            <ac:spMk id="2" creationId="{75C1124A-411A-BD46-6CF3-45770B1922DE}"/>
          </ac:spMkLst>
        </pc:spChg>
        <pc:spChg chg="del mod">
          <ac:chgData name="X00229142 David Burgos" userId="S::x00229142@mytudublin.ie::7f8adce1-c802-4289-9a04-a325c955edfc" providerId="AD" clId="Web-{867EF111-3D19-6AC6-E53E-D9F2BA48D845}" dt="2025-12-08T19:01:38.258" v="112"/>
          <ac:spMkLst>
            <pc:docMk/>
            <pc:sldMk cId="3166724691" sldId="272"/>
            <ac:spMk id="3" creationId="{0F34F152-3712-DAB3-70DF-E13E23CBFD30}"/>
          </ac:spMkLst>
        </pc:spChg>
        <pc:spChg chg="add mod ord">
          <ac:chgData name="X00229142 David Burgos" userId="S::x00229142@mytudublin.ie::7f8adce1-c802-4289-9a04-a325c955edfc" providerId="AD" clId="Web-{867EF111-3D19-6AC6-E53E-D9F2BA48D845}" dt="2025-12-08T19:15:48.711" v="140" actId="20577"/>
          <ac:spMkLst>
            <pc:docMk/>
            <pc:sldMk cId="3166724691" sldId="272"/>
            <ac:spMk id="6" creationId="{D97902F1-5A9D-0ACA-3A1D-22F105B53707}"/>
          </ac:spMkLst>
        </pc:spChg>
        <pc:spChg chg="add del">
          <ac:chgData name="X00229142 David Burgos" userId="S::x00229142@mytudublin.ie::7f8adce1-c802-4289-9a04-a325c955edfc" providerId="AD" clId="Web-{867EF111-3D19-6AC6-E53E-D9F2BA48D845}" dt="2025-12-08T19:15:15.099" v="129"/>
          <ac:spMkLst>
            <pc:docMk/>
            <pc:sldMk cId="3166724691" sldId="272"/>
            <ac:spMk id="11" creationId="{32AEEBC8-9D30-42EF-95F2-386C2653FBF0}"/>
          </ac:spMkLst>
        </pc:spChg>
        <pc:spChg chg="add del">
          <ac:chgData name="X00229142 David Burgos" userId="S::x00229142@mytudublin.ie::7f8adce1-c802-4289-9a04-a325c955edfc" providerId="AD" clId="Web-{867EF111-3D19-6AC6-E53E-D9F2BA48D845}" dt="2025-12-08T19:15:15.099" v="129"/>
          <ac:spMkLst>
            <pc:docMk/>
            <pc:sldMk cId="3166724691" sldId="272"/>
            <ac:spMk id="13" creationId="{2E92FA66-67D7-4CB4-94D3-E643A9AD4757}"/>
          </ac:spMkLst>
        </pc:spChg>
        <pc:spChg chg="add del">
          <ac:chgData name="X00229142 David Burgos" userId="S::x00229142@mytudublin.ie::7f8adce1-c802-4289-9a04-a325c955edfc" providerId="AD" clId="Web-{867EF111-3D19-6AC6-E53E-D9F2BA48D845}" dt="2025-12-08T19:15:26.819" v="134"/>
          <ac:spMkLst>
            <pc:docMk/>
            <pc:sldMk cId="3166724691" sldId="272"/>
            <ac:spMk id="18" creationId="{04695F26-39DB-450E-B464-9C76CD233B36}"/>
          </ac:spMkLst>
        </pc:spChg>
        <pc:spChg chg="add del">
          <ac:chgData name="X00229142 David Burgos" userId="S::x00229142@mytudublin.ie::7f8adce1-c802-4289-9a04-a325c955edfc" providerId="AD" clId="Web-{867EF111-3D19-6AC6-E53E-D9F2BA48D845}" dt="2025-12-08T19:15:26.819" v="134"/>
          <ac:spMkLst>
            <pc:docMk/>
            <pc:sldMk cId="3166724691" sldId="272"/>
            <ac:spMk id="20" creationId="{2F42E55F-A297-474F-AF2D-6D3A15822BCA}"/>
          </ac:spMkLst>
        </pc:spChg>
        <pc:spChg chg="add del">
          <ac:chgData name="X00229142 David Burgos" userId="S::x00229142@mytudublin.ie::7f8adce1-c802-4289-9a04-a325c955edfc" providerId="AD" clId="Web-{867EF111-3D19-6AC6-E53E-D9F2BA48D845}" dt="2025-12-08T19:15:26.819" v="133"/>
          <ac:spMkLst>
            <pc:docMk/>
            <pc:sldMk cId="3166724691" sldId="272"/>
            <ac:spMk id="31" creationId="{A2679492-7988-4050-9056-542444452411}"/>
          </ac:spMkLst>
        </pc:spChg>
        <pc:spChg chg="add del">
          <ac:chgData name="X00229142 David Burgos" userId="S::x00229142@mytudublin.ie::7f8adce1-c802-4289-9a04-a325c955edfc" providerId="AD" clId="Web-{867EF111-3D19-6AC6-E53E-D9F2BA48D845}" dt="2025-12-08T19:15:26.819" v="133"/>
          <ac:spMkLst>
            <pc:docMk/>
            <pc:sldMk cId="3166724691" sldId="272"/>
            <ac:spMk id="33" creationId="{B5ABDEAA-B248-4182-B67C-A925338E772D}"/>
          </ac:spMkLst>
        </pc:spChg>
        <pc:spChg chg="add del">
          <ac:chgData name="X00229142 David Burgos" userId="S::x00229142@mytudublin.ie::7f8adce1-c802-4289-9a04-a325c955edfc" providerId="AD" clId="Web-{867EF111-3D19-6AC6-E53E-D9F2BA48D845}" dt="2025-12-08T19:15:26.819" v="133"/>
          <ac:spMkLst>
            <pc:docMk/>
            <pc:sldMk cId="3166724691" sldId="272"/>
            <ac:spMk id="35" creationId="{B091B163-7D61-4891-ABCF-5C13D9C418D0}"/>
          </ac:spMkLst>
        </pc:spChg>
        <pc:spChg chg="add">
          <ac:chgData name="X00229142 David Burgos" userId="S::x00229142@mytudublin.ie::7f8adce1-c802-4289-9a04-a325c955edfc" providerId="AD" clId="Web-{867EF111-3D19-6AC6-E53E-D9F2BA48D845}" dt="2025-12-08T19:15:26.819" v="134"/>
          <ac:spMkLst>
            <pc:docMk/>
            <pc:sldMk cId="3166724691" sldId="272"/>
            <ac:spMk id="39" creationId="{7E6D2D34-4BB4-460B-8844-027610FB21F5}"/>
          </ac:spMkLst>
        </pc:spChg>
        <pc:grpChg chg="add del">
          <ac:chgData name="X00229142 David Burgos" userId="S::x00229142@mytudublin.ie::7f8adce1-c802-4289-9a04-a325c955edfc" providerId="AD" clId="Web-{867EF111-3D19-6AC6-E53E-D9F2BA48D845}" dt="2025-12-08T19:15:26.819" v="134"/>
          <ac:grpSpMkLst>
            <pc:docMk/>
            <pc:sldMk cId="3166724691" sldId="272"/>
            <ac:grpSpMk id="22" creationId="{972070F7-E065-4D60-8938-9FB8CDB8ACB0}"/>
          </ac:grpSpMkLst>
        </pc:grpChg>
        <pc:grpChg chg="add">
          <ac:chgData name="X00229142 David Burgos" userId="S::x00229142@mytudublin.ie::7f8adce1-c802-4289-9a04-a325c955edfc" providerId="AD" clId="Web-{867EF111-3D19-6AC6-E53E-D9F2BA48D845}" dt="2025-12-08T19:15:26.819" v="134"/>
          <ac:grpSpMkLst>
            <pc:docMk/>
            <pc:sldMk cId="3166724691" sldId="272"/>
            <ac:grpSpMk id="40" creationId="{C5314570-9B06-4D37-8CBD-EDD67C2FA205}"/>
          </ac:grpSpMkLst>
        </pc:grpChg>
        <pc:picChg chg="add del mod ord">
          <ac:chgData name="X00229142 David Burgos" userId="S::x00229142@mytudublin.ie::7f8adce1-c802-4289-9a04-a325c955edfc" providerId="AD" clId="Web-{867EF111-3D19-6AC6-E53E-D9F2BA48D845}" dt="2025-12-08T19:14:59.848" v="126"/>
          <ac:picMkLst>
            <pc:docMk/>
            <pc:sldMk cId="3166724691" sldId="272"/>
            <ac:picMk id="4" creationId="{DD7A8BBE-0DF1-56FE-1C51-EE8477B7124E}"/>
          </ac:picMkLst>
        </pc:picChg>
        <pc:picChg chg="add mod ord">
          <ac:chgData name="X00229142 David Burgos" userId="S::x00229142@mytudublin.ie::7f8adce1-c802-4289-9a04-a325c955edfc" providerId="AD" clId="Web-{867EF111-3D19-6AC6-E53E-D9F2BA48D845}" dt="2025-12-08T19:15:40.820" v="138" actId="1076"/>
          <ac:picMkLst>
            <pc:docMk/>
            <pc:sldMk cId="3166724691" sldId="272"/>
            <ac:picMk id="7" creationId="{A7AAAA94-2E7D-C45B-F1E2-41E5E5F1073A}"/>
          </ac:picMkLst>
        </pc:picChg>
        <pc:picChg chg="add mod">
          <ac:chgData name="X00229142 David Burgos" userId="S::x00229142@mytudublin.ie::7f8adce1-c802-4289-9a04-a325c955edfc" providerId="AD" clId="Web-{867EF111-3D19-6AC6-E53E-D9F2BA48D845}" dt="2025-12-08T19:15:34.148" v="136" actId="1076"/>
          <ac:picMkLst>
            <pc:docMk/>
            <pc:sldMk cId="3166724691" sldId="272"/>
            <ac:picMk id="8" creationId="{DC28CA0B-16DC-39FA-8EB4-BC4FEEF670A4}"/>
          </ac:picMkLst>
        </pc:picChg>
      </pc:sldChg>
      <pc:sldChg chg="addSp delSp modSp new mod setBg">
        <pc:chgData name="X00229142 David Burgos" userId="S::x00229142@mytudublin.ie::7f8adce1-c802-4289-9a04-a325c955edfc" providerId="AD" clId="Web-{867EF111-3D19-6AC6-E53E-D9F2BA48D845}" dt="2025-12-08T19:25:07.016" v="217" actId="1076"/>
        <pc:sldMkLst>
          <pc:docMk/>
          <pc:sldMk cId="4044989683" sldId="273"/>
        </pc:sldMkLst>
        <pc:spChg chg="mod">
          <ac:chgData name="X00229142 David Burgos" userId="S::x00229142@mytudublin.ie::7f8adce1-c802-4289-9a04-a325c955edfc" providerId="AD" clId="Web-{867EF111-3D19-6AC6-E53E-D9F2BA48D845}" dt="2025-12-08T19:18:24.346" v="165"/>
          <ac:spMkLst>
            <pc:docMk/>
            <pc:sldMk cId="4044989683" sldId="273"/>
            <ac:spMk id="2" creationId="{0B5960C2-A261-D432-ECFE-6DF5856DC94B}"/>
          </ac:spMkLst>
        </pc:spChg>
        <pc:spChg chg="mod">
          <ac:chgData name="X00229142 David Burgos" userId="S::x00229142@mytudublin.ie::7f8adce1-c802-4289-9a04-a325c955edfc" providerId="AD" clId="Web-{867EF111-3D19-6AC6-E53E-D9F2BA48D845}" dt="2025-12-08T19:23:11.013" v="176" actId="20577"/>
          <ac:spMkLst>
            <pc:docMk/>
            <pc:sldMk cId="4044989683" sldId="273"/>
            <ac:spMk id="3" creationId="{CD6A48E8-C369-925A-85AD-BDB20F680AC4}"/>
          </ac:spMkLst>
        </pc:spChg>
        <pc:spChg chg="add del">
          <ac:chgData name="X00229142 David Burgos" userId="S::x00229142@mytudublin.ie::7f8adce1-c802-4289-9a04-a325c955edfc" providerId="AD" clId="Web-{867EF111-3D19-6AC6-E53E-D9F2BA48D845}" dt="2025-12-08T19:18:15.111" v="158"/>
          <ac:spMkLst>
            <pc:docMk/>
            <pc:sldMk cId="4044989683" sldId="273"/>
            <ac:spMk id="9" creationId="{F13C74B1-5B17-4795-BED0-7140497B445A}"/>
          </ac:spMkLst>
        </pc:spChg>
        <pc:spChg chg="add del">
          <ac:chgData name="X00229142 David Burgos" userId="S::x00229142@mytudublin.ie::7f8adce1-c802-4289-9a04-a325c955edfc" providerId="AD" clId="Web-{867EF111-3D19-6AC6-E53E-D9F2BA48D845}" dt="2025-12-08T19:18:15.111" v="158"/>
          <ac:spMkLst>
            <pc:docMk/>
            <pc:sldMk cId="4044989683" sldId="273"/>
            <ac:spMk id="11" creationId="{D4974D33-8DC5-464E-8C6D-BE58F0669C17}"/>
          </ac:spMkLst>
        </pc:spChg>
        <pc:spChg chg="add del">
          <ac:chgData name="X00229142 David Burgos" userId="S::x00229142@mytudublin.ie::7f8adce1-c802-4289-9a04-a325c955edfc" providerId="AD" clId="Web-{867EF111-3D19-6AC6-E53E-D9F2BA48D845}" dt="2025-12-08T19:18:17.049" v="160"/>
          <ac:spMkLst>
            <pc:docMk/>
            <pc:sldMk cId="4044989683" sldId="273"/>
            <ac:spMk id="13" creationId="{2B97F24A-32CE-4C1C-A50D-3016B394DCFB}"/>
          </ac:spMkLst>
        </pc:spChg>
        <pc:spChg chg="add del">
          <ac:chgData name="X00229142 David Burgos" userId="S::x00229142@mytudublin.ie::7f8adce1-c802-4289-9a04-a325c955edfc" providerId="AD" clId="Web-{867EF111-3D19-6AC6-E53E-D9F2BA48D845}" dt="2025-12-08T19:18:17.049" v="160"/>
          <ac:spMkLst>
            <pc:docMk/>
            <pc:sldMk cId="4044989683" sldId="273"/>
            <ac:spMk id="14" creationId="{CD8B4F24-440B-49E9-B85D-733523DC064B}"/>
          </ac:spMkLst>
        </pc:spChg>
        <pc:spChg chg="add del">
          <ac:chgData name="X00229142 David Burgos" userId="S::x00229142@mytudublin.ie::7f8adce1-c802-4289-9a04-a325c955edfc" providerId="AD" clId="Web-{867EF111-3D19-6AC6-E53E-D9F2BA48D845}" dt="2025-12-08T19:18:24.330" v="164"/>
          <ac:spMkLst>
            <pc:docMk/>
            <pc:sldMk cId="4044989683" sldId="273"/>
            <ac:spMk id="15" creationId="{E6995CE5-F890-4ABA-82A2-26507CE8D2A3}"/>
          </ac:spMkLst>
        </pc:spChg>
        <pc:spChg chg="add del">
          <ac:chgData name="X00229142 David Burgos" userId="S::x00229142@mytudublin.ie::7f8adce1-c802-4289-9a04-a325c955edfc" providerId="AD" clId="Web-{867EF111-3D19-6AC6-E53E-D9F2BA48D845}" dt="2025-12-08T19:18:21.377" v="162"/>
          <ac:spMkLst>
            <pc:docMk/>
            <pc:sldMk cId="4044989683" sldId="273"/>
            <ac:spMk id="16" creationId="{04812C46-200A-4DEB-A05E-3ED6C68C2387}"/>
          </ac:spMkLst>
        </pc:spChg>
        <pc:spChg chg="add del">
          <ac:chgData name="X00229142 David Burgos" userId="S::x00229142@mytudublin.ie::7f8adce1-c802-4289-9a04-a325c955edfc" providerId="AD" clId="Web-{867EF111-3D19-6AC6-E53E-D9F2BA48D845}" dt="2025-12-08T19:18:21.377" v="162"/>
          <ac:spMkLst>
            <pc:docMk/>
            <pc:sldMk cId="4044989683" sldId="273"/>
            <ac:spMk id="17" creationId="{D1EA859B-E555-4109-94F3-6700E046E008}"/>
          </ac:spMkLst>
        </pc:spChg>
        <pc:spChg chg="add del">
          <ac:chgData name="X00229142 David Burgos" userId="S::x00229142@mytudublin.ie::7f8adce1-c802-4289-9a04-a325c955edfc" providerId="AD" clId="Web-{867EF111-3D19-6AC6-E53E-D9F2BA48D845}" dt="2025-12-08T19:18:24.330" v="164"/>
          <ac:spMkLst>
            <pc:docMk/>
            <pc:sldMk cId="4044989683" sldId="273"/>
            <ac:spMk id="19" creationId="{058A14AF-9FB5-4CC7-BA35-E8E85D3EDF0E}"/>
          </ac:spMkLst>
        </pc:spChg>
        <pc:spChg chg="add del">
          <ac:chgData name="X00229142 David Burgos" userId="S::x00229142@mytudublin.ie::7f8adce1-c802-4289-9a04-a325c955edfc" providerId="AD" clId="Web-{867EF111-3D19-6AC6-E53E-D9F2BA48D845}" dt="2025-12-08T19:18:24.330" v="164"/>
          <ac:spMkLst>
            <pc:docMk/>
            <pc:sldMk cId="4044989683" sldId="273"/>
            <ac:spMk id="20" creationId="{3A9A4357-BD1D-4622-A4FE-766E6AB8DE84}"/>
          </ac:spMkLst>
        </pc:spChg>
        <pc:spChg chg="add del">
          <ac:chgData name="X00229142 David Burgos" userId="S::x00229142@mytudublin.ie::7f8adce1-c802-4289-9a04-a325c955edfc" providerId="AD" clId="Web-{867EF111-3D19-6AC6-E53E-D9F2BA48D845}" dt="2025-12-08T19:18:24.330" v="164"/>
          <ac:spMkLst>
            <pc:docMk/>
            <pc:sldMk cId="4044989683" sldId="273"/>
            <ac:spMk id="21" creationId="{E659831F-0D9A-4C63-9EBB-8435B85A440F}"/>
          </ac:spMkLst>
        </pc:spChg>
        <pc:spChg chg="add">
          <ac:chgData name="X00229142 David Burgos" userId="S::x00229142@mytudublin.ie::7f8adce1-c802-4289-9a04-a325c955edfc" providerId="AD" clId="Web-{867EF111-3D19-6AC6-E53E-D9F2BA48D845}" dt="2025-12-08T19:18:24.346" v="165"/>
          <ac:spMkLst>
            <pc:docMk/>
            <pc:sldMk cId="4044989683" sldId="273"/>
            <ac:spMk id="23" creationId="{2B97F24A-32CE-4C1C-A50D-3016B394DCFB}"/>
          </ac:spMkLst>
        </pc:spChg>
        <pc:spChg chg="add">
          <ac:chgData name="X00229142 David Burgos" userId="S::x00229142@mytudublin.ie::7f8adce1-c802-4289-9a04-a325c955edfc" providerId="AD" clId="Web-{867EF111-3D19-6AC6-E53E-D9F2BA48D845}" dt="2025-12-08T19:18:24.346" v="165"/>
          <ac:spMkLst>
            <pc:docMk/>
            <pc:sldMk cId="4044989683" sldId="273"/>
            <ac:spMk id="24" creationId="{6357EC4F-235E-4222-A36F-C7878ACE37F2}"/>
          </ac:spMkLst>
        </pc:spChg>
        <pc:picChg chg="add mod ord modCrop">
          <ac:chgData name="X00229142 David Burgos" userId="S::x00229142@mytudublin.ie::7f8adce1-c802-4289-9a04-a325c955edfc" providerId="AD" clId="Web-{867EF111-3D19-6AC6-E53E-D9F2BA48D845}" dt="2025-12-08T19:25:07.016" v="217" actId="1076"/>
          <ac:picMkLst>
            <pc:docMk/>
            <pc:sldMk cId="4044989683" sldId="273"/>
            <ac:picMk id="4" creationId="{6537825A-07A8-C34F-F2E2-A808DD542940}"/>
          </ac:picMkLst>
        </pc:picChg>
      </pc:sldChg>
      <pc:sldChg chg="addSp delSp modSp new mod setBg">
        <pc:chgData name="X00229142 David Burgos" userId="S::x00229142@mytudublin.ie::7f8adce1-c802-4289-9a04-a325c955edfc" providerId="AD" clId="Web-{867EF111-3D19-6AC6-E53E-D9F2BA48D845}" dt="2025-12-08T19:24:54.624" v="212" actId="1076"/>
        <pc:sldMkLst>
          <pc:docMk/>
          <pc:sldMk cId="4166608348" sldId="274"/>
        </pc:sldMkLst>
        <pc:spChg chg="mod">
          <ac:chgData name="X00229142 David Burgos" userId="S::x00229142@mytudublin.ie::7f8adce1-c802-4289-9a04-a325c955edfc" providerId="AD" clId="Web-{867EF111-3D19-6AC6-E53E-D9F2BA48D845}" dt="2025-12-08T19:24:31.639" v="204"/>
          <ac:spMkLst>
            <pc:docMk/>
            <pc:sldMk cId="4166608348" sldId="274"/>
            <ac:spMk id="2" creationId="{A33F0C41-4BEE-4613-C1B0-600DAE411C96}"/>
          </ac:spMkLst>
        </pc:spChg>
        <pc:spChg chg="mod ord">
          <ac:chgData name="X00229142 David Burgos" userId="S::x00229142@mytudublin.ie::7f8adce1-c802-4289-9a04-a325c955edfc" providerId="AD" clId="Web-{867EF111-3D19-6AC6-E53E-D9F2BA48D845}" dt="2025-12-08T19:24:31.639" v="204"/>
          <ac:spMkLst>
            <pc:docMk/>
            <pc:sldMk cId="4166608348" sldId="274"/>
            <ac:spMk id="3" creationId="{A3A7D74C-8E66-32DF-1415-6358E9746E84}"/>
          </ac:spMkLst>
        </pc:spChg>
        <pc:spChg chg="add del">
          <ac:chgData name="X00229142 David Burgos" userId="S::x00229142@mytudublin.ie::7f8adce1-c802-4289-9a04-a325c955edfc" providerId="AD" clId="Web-{867EF111-3D19-6AC6-E53E-D9F2BA48D845}" dt="2025-12-08T19:24:22.764" v="201"/>
          <ac:spMkLst>
            <pc:docMk/>
            <pc:sldMk cId="4166608348" sldId="274"/>
            <ac:spMk id="9" creationId="{743AA782-23D1-4521-8CAD-47662984AA08}"/>
          </ac:spMkLst>
        </pc:spChg>
        <pc:spChg chg="add del">
          <ac:chgData name="X00229142 David Burgos" userId="S::x00229142@mytudublin.ie::7f8adce1-c802-4289-9a04-a325c955edfc" providerId="AD" clId="Web-{867EF111-3D19-6AC6-E53E-D9F2BA48D845}" dt="2025-12-08T19:24:22.764" v="201"/>
          <ac:spMkLst>
            <pc:docMk/>
            <pc:sldMk cId="4166608348" sldId="274"/>
            <ac:spMk id="11" creationId="{71877DBC-BB60-40F0-AC93-2ACDBAAE60CE}"/>
          </ac:spMkLst>
        </pc:spChg>
        <pc:spChg chg="add del">
          <ac:chgData name="X00229142 David Burgos" userId="S::x00229142@mytudublin.ie::7f8adce1-c802-4289-9a04-a325c955edfc" providerId="AD" clId="Web-{867EF111-3D19-6AC6-E53E-D9F2BA48D845}" dt="2025-12-08T19:24:31.639" v="203"/>
          <ac:spMkLst>
            <pc:docMk/>
            <pc:sldMk cId="4166608348" sldId="274"/>
            <ac:spMk id="13" creationId="{55A52C45-1FCB-4636-A80F-2849B8226C01}"/>
          </ac:spMkLst>
        </pc:spChg>
        <pc:spChg chg="add del">
          <ac:chgData name="X00229142 David Burgos" userId="S::x00229142@mytudublin.ie::7f8adce1-c802-4289-9a04-a325c955edfc" providerId="AD" clId="Web-{867EF111-3D19-6AC6-E53E-D9F2BA48D845}" dt="2025-12-08T19:24:31.639" v="203"/>
          <ac:spMkLst>
            <pc:docMk/>
            <pc:sldMk cId="4166608348" sldId="274"/>
            <ac:spMk id="14" creationId="{84ECDE7A-6944-466D-8FFE-149A29BA6BAE}"/>
          </ac:spMkLst>
        </pc:spChg>
        <pc:spChg chg="add del">
          <ac:chgData name="X00229142 David Burgos" userId="S::x00229142@mytudublin.ie::7f8adce1-c802-4289-9a04-a325c955edfc" providerId="AD" clId="Web-{867EF111-3D19-6AC6-E53E-D9F2BA48D845}" dt="2025-12-08T19:24:31.639" v="203"/>
          <ac:spMkLst>
            <pc:docMk/>
            <pc:sldMk cId="4166608348" sldId="274"/>
            <ac:spMk id="15" creationId="{768EB4DD-3704-43AD-92B3-C4E0C6EA92CB}"/>
          </ac:spMkLst>
        </pc:spChg>
        <pc:spChg chg="add del">
          <ac:chgData name="X00229142 David Burgos" userId="S::x00229142@mytudublin.ie::7f8adce1-c802-4289-9a04-a325c955edfc" providerId="AD" clId="Web-{867EF111-3D19-6AC6-E53E-D9F2BA48D845}" dt="2025-12-08T19:24:31.639" v="203"/>
          <ac:spMkLst>
            <pc:docMk/>
            <pc:sldMk cId="4166608348" sldId="274"/>
            <ac:spMk id="16" creationId="{B3420082-9415-44EC-802E-C77D71D59C57}"/>
          </ac:spMkLst>
        </pc:spChg>
        <pc:spChg chg="add">
          <ac:chgData name="X00229142 David Burgos" userId="S::x00229142@mytudublin.ie::7f8adce1-c802-4289-9a04-a325c955edfc" providerId="AD" clId="Web-{867EF111-3D19-6AC6-E53E-D9F2BA48D845}" dt="2025-12-08T19:24:31.639" v="204"/>
          <ac:spMkLst>
            <pc:docMk/>
            <pc:sldMk cId="4166608348" sldId="274"/>
            <ac:spMk id="18" creationId="{743AA782-23D1-4521-8CAD-47662984AA08}"/>
          </ac:spMkLst>
        </pc:spChg>
        <pc:spChg chg="add">
          <ac:chgData name="X00229142 David Burgos" userId="S::x00229142@mytudublin.ie::7f8adce1-c802-4289-9a04-a325c955edfc" providerId="AD" clId="Web-{867EF111-3D19-6AC6-E53E-D9F2BA48D845}" dt="2025-12-08T19:24:31.639" v="204"/>
          <ac:spMkLst>
            <pc:docMk/>
            <pc:sldMk cId="4166608348" sldId="274"/>
            <ac:spMk id="19" creationId="{71877DBC-BB60-40F0-AC93-2ACDBAAE60CE}"/>
          </ac:spMkLst>
        </pc:spChg>
        <pc:picChg chg="add mod modCrop">
          <ac:chgData name="X00229142 David Burgos" userId="S::x00229142@mytudublin.ie::7f8adce1-c802-4289-9a04-a325c955edfc" providerId="AD" clId="Web-{867EF111-3D19-6AC6-E53E-D9F2BA48D845}" dt="2025-12-08T19:24:54.624" v="212" actId="1076"/>
          <ac:picMkLst>
            <pc:docMk/>
            <pc:sldMk cId="4166608348" sldId="274"/>
            <ac:picMk id="4" creationId="{0AFB1A68-0EA5-E744-F470-25053EF088C3}"/>
          </ac:picMkLst>
        </pc:picChg>
      </pc:sldChg>
    </pc:docChg>
  </pc:docChgLst>
  <pc:docChgLst>
    <pc:chgData name="X00221555 Sean Kelly" userId="S::x00221555@mytudublin.ie::53b29c55-6005-4aa7-843a-d67c21753314" providerId="AD" clId="Web-{78576D00-BDF1-6C3C-242D-A2DCABA6BB0D}"/>
    <pc:docChg chg="mod addSld modSld addMainMaster delMainMaster">
      <pc:chgData name="X00221555 Sean Kelly" userId="S::x00221555@mytudublin.ie::53b29c55-6005-4aa7-843a-d67c21753314" providerId="AD" clId="Web-{78576D00-BDF1-6C3C-242D-A2DCABA6BB0D}" dt="2025-12-05T20:06:41.593" v="718"/>
      <pc:docMkLst>
        <pc:docMk/>
      </pc:docMkLst>
      <pc:sldChg chg="addSp delSp modSp mod setBg modClrScheme setClrOvrMap delDesignElem chgLayout">
        <pc:chgData name="X00221555 Sean Kelly" userId="S::x00221555@mytudublin.ie::53b29c55-6005-4aa7-843a-d67c21753314" providerId="AD" clId="Web-{78576D00-BDF1-6C3C-242D-A2DCABA6BB0D}" dt="2025-12-05T20:06:41.593" v="718"/>
        <pc:sldMkLst>
          <pc:docMk/>
          <pc:sldMk cId="109857222" sldId="256"/>
        </pc:sldMkLst>
        <pc:spChg chg="mod ord">
          <ac:chgData name="X00221555 Sean Kelly" userId="S::x00221555@mytudublin.ie::53b29c55-6005-4aa7-843a-d67c21753314" providerId="AD" clId="Web-{78576D00-BDF1-6C3C-242D-A2DCABA6BB0D}" dt="2025-12-05T20:06:41.593" v="718"/>
          <ac:spMkLst>
            <pc:docMk/>
            <pc:sldMk cId="109857222" sldId="256"/>
            <ac:spMk id="2" creationId="{00000000-0000-0000-0000-000000000000}"/>
          </ac:spMkLst>
        </pc:spChg>
        <pc:spChg chg="mod ord">
          <ac:chgData name="X00221555 Sean Kelly" userId="S::x00221555@mytudublin.ie::53b29c55-6005-4aa7-843a-d67c21753314" providerId="AD" clId="Web-{78576D00-BDF1-6C3C-242D-A2DCABA6BB0D}" dt="2025-12-05T20:06:41.593" v="718"/>
          <ac:spMkLst>
            <pc:docMk/>
            <pc:sldMk cId="109857222" sldId="256"/>
            <ac:spMk id="3" creationId="{00000000-0000-0000-0000-000000000000}"/>
          </ac:spMkLst>
        </pc:spChg>
        <pc:spChg chg="add del">
          <ac:chgData name="X00221555 Sean Kelly" userId="S::x00221555@mytudublin.ie::53b29c55-6005-4aa7-843a-d67c21753314" providerId="AD" clId="Web-{78576D00-BDF1-6C3C-242D-A2DCABA6BB0D}" dt="2025-12-05T20:06:41.593" v="718"/>
          <ac:spMkLst>
            <pc:docMk/>
            <pc:sldMk cId="109857222" sldId="256"/>
            <ac:spMk id="16" creationId="{4F2ED431-E304-4FF0-9F4E-032783C9D612}"/>
          </ac:spMkLst>
        </pc:spChg>
        <pc:spChg chg="add del">
          <ac:chgData name="X00221555 Sean Kelly" userId="S::x00221555@mytudublin.ie::53b29c55-6005-4aa7-843a-d67c21753314" providerId="AD" clId="Web-{78576D00-BDF1-6C3C-242D-A2DCABA6BB0D}" dt="2025-12-05T20:06:41.593" v="718"/>
          <ac:spMkLst>
            <pc:docMk/>
            <pc:sldMk cId="109857222" sldId="256"/>
            <ac:spMk id="17" creationId="{8A95209C-5275-4E15-8EA7-7F42980ABF2D}"/>
          </ac:spMkLst>
        </pc:spChg>
        <pc:spChg chg="add del">
          <ac:chgData name="X00221555 Sean Kelly" userId="S::x00221555@mytudublin.ie::53b29c55-6005-4aa7-843a-d67c21753314" providerId="AD" clId="Web-{78576D00-BDF1-6C3C-242D-A2DCABA6BB0D}" dt="2025-12-05T20:06:41.593" v="718"/>
          <ac:spMkLst>
            <pc:docMk/>
            <pc:sldMk cId="109857222" sldId="256"/>
            <ac:spMk id="18" creationId="{4E87FCFB-2CCE-460D-B3DD-557C8BD1B94A}"/>
          </ac:spMkLst>
        </pc:spChg>
        <pc:picChg chg="add mod">
          <ac:chgData name="X00221555 Sean Kelly" userId="S::x00221555@mytudublin.ie::53b29c55-6005-4aa7-843a-d67c21753314" providerId="AD" clId="Web-{78576D00-BDF1-6C3C-242D-A2DCABA6BB0D}" dt="2025-12-05T15:24:59.915" v="217"/>
          <ac:picMkLst>
            <pc:docMk/>
            <pc:sldMk cId="109857222" sldId="256"/>
            <ac:picMk id="5" creationId="{EA75A86F-0E0B-2256-E157-5D1396D4D765}"/>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821841710" sldId="257"/>
        </pc:sldMkLst>
        <pc:spChg chg="mod ord">
          <ac:chgData name="X00221555 Sean Kelly" userId="S::x00221555@mytudublin.ie::53b29c55-6005-4aa7-843a-d67c21753314" providerId="AD" clId="Web-{78576D00-BDF1-6C3C-242D-A2DCABA6BB0D}" dt="2025-12-05T20:06:41.593" v="718"/>
          <ac:spMkLst>
            <pc:docMk/>
            <pc:sldMk cId="821841710" sldId="257"/>
            <ac:spMk id="2" creationId="{2576604F-FA84-3341-17E8-A2DAC9A58794}"/>
          </ac:spMkLst>
        </pc:spChg>
        <pc:spChg chg="add del">
          <ac:chgData name="X00221555 Sean Kelly" userId="S::x00221555@mytudublin.ie::53b29c55-6005-4aa7-843a-d67c21753314" providerId="AD" clId="Web-{78576D00-BDF1-6C3C-242D-A2DCABA6BB0D}" dt="2025-12-05T20:06:41.593" v="718"/>
          <ac:spMkLst>
            <pc:docMk/>
            <pc:sldMk cId="821841710" sldId="257"/>
            <ac:spMk id="9" creationId="{BACC6370-2D7E-4714-9D71-7542949D7D5D}"/>
          </ac:spMkLst>
        </pc:spChg>
        <pc:spChg chg="add del">
          <ac:chgData name="X00221555 Sean Kelly" userId="S::x00221555@mytudublin.ie::53b29c55-6005-4aa7-843a-d67c21753314" providerId="AD" clId="Web-{78576D00-BDF1-6C3C-242D-A2DCABA6BB0D}" dt="2025-12-05T20:06:41.593" v="718"/>
          <ac:spMkLst>
            <pc:docMk/>
            <pc:sldMk cId="821841710" sldId="257"/>
            <ac:spMk id="11" creationId="{F68B3F68-107C-434F-AA38-110D5EA91B85}"/>
          </ac:spMkLst>
        </pc:spChg>
        <pc:spChg chg="add del">
          <ac:chgData name="X00221555 Sean Kelly" userId="S::x00221555@mytudublin.ie::53b29c55-6005-4aa7-843a-d67c21753314" providerId="AD" clId="Web-{78576D00-BDF1-6C3C-242D-A2DCABA6BB0D}" dt="2025-12-05T20:06:41.593" v="718"/>
          <ac:spMkLst>
            <pc:docMk/>
            <pc:sldMk cId="821841710" sldId="257"/>
            <ac:spMk id="13" creationId="{AAD0DBB9-1A4B-4391-81D4-CB19F9AB918A}"/>
          </ac:spMkLst>
        </pc:spChg>
        <pc:spChg chg="add del">
          <ac:chgData name="X00221555 Sean Kelly" userId="S::x00221555@mytudublin.ie::53b29c55-6005-4aa7-843a-d67c21753314" providerId="AD" clId="Web-{78576D00-BDF1-6C3C-242D-A2DCABA6BB0D}" dt="2025-12-05T20:06:41.593" v="718"/>
          <ac:spMkLst>
            <pc:docMk/>
            <pc:sldMk cId="821841710" sldId="257"/>
            <ac:spMk id="15" creationId="{063BBA22-50EA-4C4D-BE05-F1CE4E63AA56}"/>
          </ac:spMkLst>
        </pc:spChg>
        <pc:graphicFrameChg chg="add mod ord">
          <ac:chgData name="X00221555 Sean Kelly" userId="S::x00221555@mytudublin.ie::53b29c55-6005-4aa7-843a-d67c21753314" providerId="AD" clId="Web-{78576D00-BDF1-6C3C-242D-A2DCABA6BB0D}" dt="2025-12-05T20:06:41.593" v="718"/>
          <ac:graphicFrameMkLst>
            <pc:docMk/>
            <pc:sldMk cId="821841710" sldId="257"/>
            <ac:graphicFrameMk id="5" creationId="{D153CA0B-D6D4-B1DA-0F43-9283F3A9D474}"/>
          </ac:graphicFrameMkLst>
        </pc:graphicFrame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363183242" sldId="258"/>
        </pc:sldMkLst>
        <pc:spChg chg="mod ord">
          <ac:chgData name="X00221555 Sean Kelly" userId="S::x00221555@mytudublin.ie::53b29c55-6005-4aa7-843a-d67c21753314" providerId="AD" clId="Web-{78576D00-BDF1-6C3C-242D-A2DCABA6BB0D}" dt="2025-12-05T20:06:41.593" v="718"/>
          <ac:spMkLst>
            <pc:docMk/>
            <pc:sldMk cId="363183242" sldId="258"/>
            <ac:spMk id="2" creationId="{51EBCAA8-72B9-4CA2-F92F-C50933604E47}"/>
          </ac:spMkLst>
        </pc:spChg>
        <pc:spChg chg="add del">
          <ac:chgData name="X00221555 Sean Kelly" userId="S::x00221555@mytudublin.ie::53b29c55-6005-4aa7-843a-d67c21753314" providerId="AD" clId="Web-{78576D00-BDF1-6C3C-242D-A2DCABA6BB0D}" dt="2025-12-05T20:06:41.593" v="718"/>
          <ac:spMkLst>
            <pc:docMk/>
            <pc:sldMk cId="363183242" sldId="258"/>
            <ac:spMk id="9" creationId="{BACC6370-2D7E-4714-9D71-7542949D7D5D}"/>
          </ac:spMkLst>
        </pc:spChg>
        <pc:spChg chg="add del">
          <ac:chgData name="X00221555 Sean Kelly" userId="S::x00221555@mytudublin.ie::53b29c55-6005-4aa7-843a-d67c21753314" providerId="AD" clId="Web-{78576D00-BDF1-6C3C-242D-A2DCABA6BB0D}" dt="2025-12-05T20:06:41.593" v="718"/>
          <ac:spMkLst>
            <pc:docMk/>
            <pc:sldMk cId="363183242" sldId="258"/>
            <ac:spMk id="11" creationId="{F68B3F68-107C-434F-AA38-110D5EA91B85}"/>
          </ac:spMkLst>
        </pc:spChg>
        <pc:spChg chg="add del">
          <ac:chgData name="X00221555 Sean Kelly" userId="S::x00221555@mytudublin.ie::53b29c55-6005-4aa7-843a-d67c21753314" providerId="AD" clId="Web-{78576D00-BDF1-6C3C-242D-A2DCABA6BB0D}" dt="2025-12-05T20:06:41.593" v="718"/>
          <ac:spMkLst>
            <pc:docMk/>
            <pc:sldMk cId="363183242" sldId="258"/>
            <ac:spMk id="13" creationId="{AAD0DBB9-1A4B-4391-81D4-CB19F9AB918A}"/>
          </ac:spMkLst>
        </pc:spChg>
        <pc:spChg chg="add del">
          <ac:chgData name="X00221555 Sean Kelly" userId="S::x00221555@mytudublin.ie::53b29c55-6005-4aa7-843a-d67c21753314" providerId="AD" clId="Web-{78576D00-BDF1-6C3C-242D-A2DCABA6BB0D}" dt="2025-12-05T20:06:41.593" v="718"/>
          <ac:spMkLst>
            <pc:docMk/>
            <pc:sldMk cId="363183242" sldId="258"/>
            <ac:spMk id="15" creationId="{063BBA22-50EA-4C4D-BE05-F1CE4E63AA56}"/>
          </ac:spMkLst>
        </pc:spChg>
        <pc:graphicFrameChg chg="add mod ord">
          <ac:chgData name="X00221555 Sean Kelly" userId="S::x00221555@mytudublin.ie::53b29c55-6005-4aa7-843a-d67c21753314" providerId="AD" clId="Web-{78576D00-BDF1-6C3C-242D-A2DCABA6BB0D}" dt="2025-12-05T20:06:41.593" v="718"/>
          <ac:graphicFrameMkLst>
            <pc:docMk/>
            <pc:sldMk cId="363183242" sldId="258"/>
            <ac:graphicFrameMk id="5" creationId="{E2DB84A4-4979-3618-9EEE-AF903242F601}"/>
          </ac:graphicFrameMkLst>
        </pc:graphicFrame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122558169" sldId="259"/>
        </pc:sldMkLst>
        <pc:spChg chg="mod ord">
          <ac:chgData name="X00221555 Sean Kelly" userId="S::x00221555@mytudublin.ie::53b29c55-6005-4aa7-843a-d67c21753314" providerId="AD" clId="Web-{78576D00-BDF1-6C3C-242D-A2DCABA6BB0D}" dt="2025-12-05T20:06:41.593" v="718"/>
          <ac:spMkLst>
            <pc:docMk/>
            <pc:sldMk cId="1122558169" sldId="259"/>
            <ac:spMk id="2" creationId="{2FD9ACF3-C895-2690-3AA3-33FFC4F61FE8}"/>
          </ac:spMkLst>
        </pc:spChg>
        <pc:spChg chg="mod ord">
          <ac:chgData name="X00221555 Sean Kelly" userId="S::x00221555@mytudublin.ie::53b29c55-6005-4aa7-843a-d67c21753314" providerId="AD" clId="Web-{78576D00-BDF1-6C3C-242D-A2DCABA6BB0D}" dt="2025-12-05T20:06:41.593" v="718"/>
          <ac:spMkLst>
            <pc:docMk/>
            <pc:sldMk cId="1122558169" sldId="259"/>
            <ac:spMk id="3" creationId="{AAFD0DCE-ADF8-FB08-386B-EDD8F3E427BB}"/>
          </ac:spMkLst>
        </pc:spChg>
        <pc:spChg chg="add del">
          <ac:chgData name="X00221555 Sean Kelly" userId="S::x00221555@mytudublin.ie::53b29c55-6005-4aa7-843a-d67c21753314" providerId="AD" clId="Web-{78576D00-BDF1-6C3C-242D-A2DCABA6BB0D}" dt="2025-12-05T20:06:41.593" v="718"/>
          <ac:spMkLst>
            <pc:docMk/>
            <pc:sldMk cId="1122558169" sldId="259"/>
            <ac:spMk id="9" creationId="{9F7D5CDA-D291-4307-BF55-1381FED29634}"/>
          </ac:spMkLst>
        </pc:spChg>
        <pc:picChg chg="add">
          <ac:chgData name="X00221555 Sean Kelly" userId="S::x00221555@mytudublin.ie::53b29c55-6005-4aa7-843a-d67c21753314" providerId="AD" clId="Web-{78576D00-BDF1-6C3C-242D-A2DCABA6BB0D}" dt="2025-12-05T15:25:58.496" v="223"/>
          <ac:picMkLst>
            <pc:docMk/>
            <pc:sldMk cId="1122558169" sldId="259"/>
            <ac:picMk id="5" creationId="{80334AF9-FEE0-5511-A987-61AD7CA8CE27}"/>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4128111318" sldId="260"/>
        </pc:sldMkLst>
        <pc:spChg chg="mod ord">
          <ac:chgData name="X00221555 Sean Kelly" userId="S::x00221555@mytudublin.ie::53b29c55-6005-4aa7-843a-d67c21753314" providerId="AD" clId="Web-{78576D00-BDF1-6C3C-242D-A2DCABA6BB0D}" dt="2025-12-05T20:06:41.593" v="718"/>
          <ac:spMkLst>
            <pc:docMk/>
            <pc:sldMk cId="4128111318" sldId="260"/>
            <ac:spMk id="2" creationId="{27C7C192-6D1B-3FE8-02A7-08056A417DD7}"/>
          </ac:spMkLst>
        </pc:spChg>
        <pc:spChg chg="add del">
          <ac:chgData name="X00221555 Sean Kelly" userId="S::x00221555@mytudublin.ie::53b29c55-6005-4aa7-843a-d67c21753314" providerId="AD" clId="Web-{78576D00-BDF1-6C3C-242D-A2DCABA6BB0D}" dt="2025-12-05T20:06:41.593" v="718"/>
          <ac:spMkLst>
            <pc:docMk/>
            <pc:sldMk cId="4128111318" sldId="260"/>
            <ac:spMk id="9" creationId="{A4AC5506-6312-4701-8D3C-40187889A947}"/>
          </ac:spMkLst>
        </pc:spChg>
        <pc:picChg chg="add mod ord">
          <ac:chgData name="X00221555 Sean Kelly" userId="S::x00221555@mytudublin.ie::53b29c55-6005-4aa7-843a-d67c21753314" providerId="AD" clId="Web-{78576D00-BDF1-6C3C-242D-A2DCABA6BB0D}" dt="2025-12-05T20:06:41.593" v="718"/>
          <ac:picMkLst>
            <pc:docMk/>
            <pc:sldMk cId="4128111318" sldId="260"/>
            <ac:picMk id="4" creationId="{32932971-A1B4-DF63-F0EC-29386D335ADF}"/>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449898417" sldId="261"/>
        </pc:sldMkLst>
        <pc:spChg chg="mod ord">
          <ac:chgData name="X00221555 Sean Kelly" userId="S::x00221555@mytudublin.ie::53b29c55-6005-4aa7-843a-d67c21753314" providerId="AD" clId="Web-{78576D00-BDF1-6C3C-242D-A2DCABA6BB0D}" dt="2025-12-05T20:06:41.593" v="718"/>
          <ac:spMkLst>
            <pc:docMk/>
            <pc:sldMk cId="449898417" sldId="261"/>
            <ac:spMk id="2" creationId="{FC4CBA64-893A-000B-1CE7-DC95679E018A}"/>
          </ac:spMkLst>
        </pc:spChg>
        <pc:spChg chg="add del">
          <ac:chgData name="X00221555 Sean Kelly" userId="S::x00221555@mytudublin.ie::53b29c55-6005-4aa7-843a-d67c21753314" providerId="AD" clId="Web-{78576D00-BDF1-6C3C-242D-A2DCABA6BB0D}" dt="2025-12-05T20:06:41.593" v="718"/>
          <ac:spMkLst>
            <pc:docMk/>
            <pc:sldMk cId="449898417" sldId="261"/>
            <ac:spMk id="18" creationId="{D4771268-CB57-404A-9271-370EB28F6090}"/>
          </ac:spMkLst>
        </pc:spChg>
        <pc:picChg chg="add mod ord modCrop">
          <ac:chgData name="X00221555 Sean Kelly" userId="S::x00221555@mytudublin.ie::53b29c55-6005-4aa7-843a-d67c21753314" providerId="AD" clId="Web-{78576D00-BDF1-6C3C-242D-A2DCABA6BB0D}" dt="2025-12-05T20:06:41.593" v="718"/>
          <ac:picMkLst>
            <pc:docMk/>
            <pc:sldMk cId="449898417" sldId="261"/>
            <ac:picMk id="4" creationId="{3AC777CB-8D2A-03FE-AFBA-529C0CDD2EE4}"/>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827968133" sldId="262"/>
        </pc:sldMkLst>
        <pc:spChg chg="mod ord">
          <ac:chgData name="X00221555 Sean Kelly" userId="S::x00221555@mytudublin.ie::53b29c55-6005-4aa7-843a-d67c21753314" providerId="AD" clId="Web-{78576D00-BDF1-6C3C-242D-A2DCABA6BB0D}" dt="2025-12-05T20:06:41.593" v="718"/>
          <ac:spMkLst>
            <pc:docMk/>
            <pc:sldMk cId="1827968133" sldId="262"/>
            <ac:spMk id="2" creationId="{7E23B5D7-1DD3-6F99-2981-51EFF0DA3D19}"/>
          </ac:spMkLst>
        </pc:spChg>
        <pc:spChg chg="add del">
          <ac:chgData name="X00221555 Sean Kelly" userId="S::x00221555@mytudublin.ie::53b29c55-6005-4aa7-843a-d67c21753314" providerId="AD" clId="Web-{78576D00-BDF1-6C3C-242D-A2DCABA6BB0D}" dt="2025-12-05T20:06:41.593" v="718"/>
          <ac:spMkLst>
            <pc:docMk/>
            <pc:sldMk cId="1827968133" sldId="262"/>
            <ac:spMk id="9" creationId="{A4AC5506-6312-4701-8D3C-40187889A947}"/>
          </ac:spMkLst>
        </pc:spChg>
        <pc:picChg chg="add mod ord">
          <ac:chgData name="X00221555 Sean Kelly" userId="S::x00221555@mytudublin.ie::53b29c55-6005-4aa7-843a-d67c21753314" providerId="AD" clId="Web-{78576D00-BDF1-6C3C-242D-A2DCABA6BB0D}" dt="2025-12-05T20:06:41.593" v="718"/>
          <ac:picMkLst>
            <pc:docMk/>
            <pc:sldMk cId="1827968133" sldId="262"/>
            <ac:picMk id="4" creationId="{5626D4D1-23D9-0148-D519-CE333D74E00F}"/>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2421562224" sldId="263"/>
        </pc:sldMkLst>
        <pc:spChg chg="mod ord">
          <ac:chgData name="X00221555 Sean Kelly" userId="S::x00221555@mytudublin.ie::53b29c55-6005-4aa7-843a-d67c21753314" providerId="AD" clId="Web-{78576D00-BDF1-6C3C-242D-A2DCABA6BB0D}" dt="2025-12-05T20:06:41.593" v="718"/>
          <ac:spMkLst>
            <pc:docMk/>
            <pc:sldMk cId="2421562224" sldId="263"/>
            <ac:spMk id="2" creationId="{61345DF6-EFFC-B2E3-1B15-3C384A663EDC}"/>
          </ac:spMkLst>
        </pc:spChg>
        <pc:spChg chg="add del">
          <ac:chgData name="X00221555 Sean Kelly" userId="S::x00221555@mytudublin.ie::53b29c55-6005-4aa7-843a-d67c21753314" providerId="AD" clId="Web-{78576D00-BDF1-6C3C-242D-A2DCABA6BB0D}" dt="2025-12-05T20:06:41.593" v="718"/>
          <ac:spMkLst>
            <pc:docMk/>
            <pc:sldMk cId="2421562224" sldId="263"/>
            <ac:spMk id="9" creationId="{A4AC5506-6312-4701-8D3C-40187889A947}"/>
          </ac:spMkLst>
        </pc:spChg>
        <pc:picChg chg="add mod ord">
          <ac:chgData name="X00221555 Sean Kelly" userId="S::x00221555@mytudublin.ie::53b29c55-6005-4aa7-843a-d67c21753314" providerId="AD" clId="Web-{78576D00-BDF1-6C3C-242D-A2DCABA6BB0D}" dt="2025-12-05T20:06:41.593" v="718"/>
          <ac:picMkLst>
            <pc:docMk/>
            <pc:sldMk cId="2421562224" sldId="263"/>
            <ac:picMk id="4" creationId="{D3EC480E-7912-96EE-4033-724AD1CDD498}"/>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033734731" sldId="264"/>
        </pc:sldMkLst>
        <pc:spChg chg="mod ord">
          <ac:chgData name="X00221555 Sean Kelly" userId="S::x00221555@mytudublin.ie::53b29c55-6005-4aa7-843a-d67c21753314" providerId="AD" clId="Web-{78576D00-BDF1-6C3C-242D-A2DCABA6BB0D}" dt="2025-12-05T20:06:41.593" v="718"/>
          <ac:spMkLst>
            <pc:docMk/>
            <pc:sldMk cId="1033734731" sldId="264"/>
            <ac:spMk id="2" creationId="{6EB7AE50-77D6-AE69-72BF-939580A43442}"/>
          </ac:spMkLst>
        </pc:spChg>
        <pc:spChg chg="add del">
          <ac:chgData name="X00221555 Sean Kelly" userId="S::x00221555@mytudublin.ie::53b29c55-6005-4aa7-843a-d67c21753314" providerId="AD" clId="Web-{78576D00-BDF1-6C3C-242D-A2DCABA6BB0D}" dt="2025-12-05T20:06:41.593" v="718"/>
          <ac:spMkLst>
            <pc:docMk/>
            <pc:sldMk cId="1033734731" sldId="264"/>
            <ac:spMk id="9" creationId="{A4AC5506-6312-4701-8D3C-40187889A947}"/>
          </ac:spMkLst>
        </pc:spChg>
        <pc:picChg chg="add mod ord">
          <ac:chgData name="X00221555 Sean Kelly" userId="S::x00221555@mytudublin.ie::53b29c55-6005-4aa7-843a-d67c21753314" providerId="AD" clId="Web-{78576D00-BDF1-6C3C-242D-A2DCABA6BB0D}" dt="2025-12-05T20:06:41.593" v="718"/>
          <ac:picMkLst>
            <pc:docMk/>
            <pc:sldMk cId="1033734731" sldId="264"/>
            <ac:picMk id="4" creationId="{6D15A3D0-20AC-B952-1954-CA31FEAD96BA}"/>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397653782" sldId="265"/>
        </pc:sldMkLst>
        <pc:spChg chg="mod ord">
          <ac:chgData name="X00221555 Sean Kelly" userId="S::x00221555@mytudublin.ie::53b29c55-6005-4aa7-843a-d67c21753314" providerId="AD" clId="Web-{78576D00-BDF1-6C3C-242D-A2DCABA6BB0D}" dt="2025-12-05T20:06:41.593" v="718"/>
          <ac:spMkLst>
            <pc:docMk/>
            <pc:sldMk cId="1397653782" sldId="265"/>
            <ac:spMk id="2" creationId="{56A6863E-7D75-9E1F-F7EE-AB525677C8B1}"/>
          </ac:spMkLst>
        </pc:spChg>
        <pc:spChg chg="mod ord">
          <ac:chgData name="X00221555 Sean Kelly" userId="S::x00221555@mytudublin.ie::53b29c55-6005-4aa7-843a-d67c21753314" providerId="AD" clId="Web-{78576D00-BDF1-6C3C-242D-A2DCABA6BB0D}" dt="2025-12-05T20:06:41.593" v="718"/>
          <ac:spMkLst>
            <pc:docMk/>
            <pc:sldMk cId="1397653782" sldId="265"/>
            <ac:spMk id="3" creationId="{0CF106F1-0F56-AB64-5166-88C2DEC36AE0}"/>
          </ac:spMkLst>
        </pc:spChg>
        <pc:spChg chg="add del">
          <ac:chgData name="X00221555 Sean Kelly" userId="S::x00221555@mytudublin.ie::53b29c55-6005-4aa7-843a-d67c21753314" providerId="AD" clId="Web-{78576D00-BDF1-6C3C-242D-A2DCABA6BB0D}" dt="2025-12-05T20:06:41.593" v="718"/>
          <ac:spMkLst>
            <pc:docMk/>
            <pc:sldMk cId="1397653782" sldId="265"/>
            <ac:spMk id="8" creationId="{18873D23-2DCF-4B31-A009-95721C06E8E1}"/>
          </ac:spMkLst>
        </pc:spChg>
        <pc:spChg chg="add del">
          <ac:chgData name="X00221555 Sean Kelly" userId="S::x00221555@mytudublin.ie::53b29c55-6005-4aa7-843a-d67c21753314" providerId="AD" clId="Web-{78576D00-BDF1-6C3C-242D-A2DCABA6BB0D}" dt="2025-12-05T20:06:41.593" v="718"/>
          <ac:spMkLst>
            <pc:docMk/>
            <pc:sldMk cId="1397653782" sldId="265"/>
            <ac:spMk id="10" creationId="{C13EF075-D4EF-4929-ADBC-91B27DA19955}"/>
          </ac:spMkLst>
        </pc:spChg>
        <pc:grpChg chg="add del">
          <ac:chgData name="X00221555 Sean Kelly" userId="S::x00221555@mytudublin.ie::53b29c55-6005-4aa7-843a-d67c21753314" providerId="AD" clId="Web-{78576D00-BDF1-6C3C-242D-A2DCABA6BB0D}" dt="2025-12-05T20:06:41.593" v="718"/>
          <ac:grpSpMkLst>
            <pc:docMk/>
            <pc:sldMk cId="1397653782" sldId="265"/>
            <ac:grpSpMk id="12" creationId="{DAA26DFA-AAB2-4973-9C17-16D587C7B198}"/>
          </ac:grpSpMkLst>
        </pc:grp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3694143877" sldId="266"/>
        </pc:sldMkLst>
        <pc:spChg chg="mod ord">
          <ac:chgData name="X00221555 Sean Kelly" userId="S::x00221555@mytudublin.ie::53b29c55-6005-4aa7-843a-d67c21753314" providerId="AD" clId="Web-{78576D00-BDF1-6C3C-242D-A2DCABA6BB0D}" dt="2025-12-05T20:06:41.593" v="718"/>
          <ac:spMkLst>
            <pc:docMk/>
            <pc:sldMk cId="3694143877" sldId="266"/>
            <ac:spMk id="2" creationId="{B8A0F016-7725-95F8-1CE1-5A1C063EC543}"/>
          </ac:spMkLst>
        </pc:spChg>
        <pc:spChg chg="add del">
          <ac:chgData name="X00221555 Sean Kelly" userId="S::x00221555@mytudublin.ie::53b29c55-6005-4aa7-843a-d67c21753314" providerId="AD" clId="Web-{78576D00-BDF1-6C3C-242D-A2DCABA6BB0D}" dt="2025-12-05T20:06:41.593" v="718"/>
          <ac:spMkLst>
            <pc:docMk/>
            <pc:sldMk cId="3694143877" sldId="266"/>
            <ac:spMk id="9" creationId="{A4AC5506-6312-4701-8D3C-40187889A947}"/>
          </ac:spMkLst>
        </pc:sp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2801036417" sldId="267"/>
        </pc:sldMkLst>
        <pc:spChg chg="mod ord">
          <ac:chgData name="X00221555 Sean Kelly" userId="S::x00221555@mytudublin.ie::53b29c55-6005-4aa7-843a-d67c21753314" providerId="AD" clId="Web-{78576D00-BDF1-6C3C-242D-A2DCABA6BB0D}" dt="2025-12-05T20:06:41.593" v="718"/>
          <ac:spMkLst>
            <pc:docMk/>
            <pc:sldMk cId="2801036417" sldId="267"/>
            <ac:spMk id="2" creationId="{4F838B68-C15A-5893-283A-556B11CEBE49}"/>
          </ac:spMkLst>
        </pc:spChg>
        <pc:spChg chg="add del">
          <ac:chgData name="X00221555 Sean Kelly" userId="S::x00221555@mytudublin.ie::53b29c55-6005-4aa7-843a-d67c21753314" providerId="AD" clId="Web-{78576D00-BDF1-6C3C-242D-A2DCABA6BB0D}" dt="2025-12-05T20:06:41.593" v="718"/>
          <ac:spMkLst>
            <pc:docMk/>
            <pc:sldMk cId="2801036417" sldId="267"/>
            <ac:spMk id="11" creationId="{2151139A-886F-4B97-8815-729AD3831BBD}"/>
          </ac:spMkLst>
        </pc:spChg>
        <pc:spChg chg="add del">
          <ac:chgData name="X00221555 Sean Kelly" userId="S::x00221555@mytudublin.ie::53b29c55-6005-4aa7-843a-d67c21753314" providerId="AD" clId="Web-{78576D00-BDF1-6C3C-242D-A2DCABA6BB0D}" dt="2025-12-05T20:06:41.593" v="718"/>
          <ac:spMkLst>
            <pc:docMk/>
            <pc:sldMk cId="2801036417" sldId="267"/>
            <ac:spMk id="13" creationId="{AB5E08C4-8CDD-4623-A5B8-E998C6DEE3B7}"/>
          </ac:spMkLst>
        </pc:spChg>
        <pc:spChg chg="add del">
          <ac:chgData name="X00221555 Sean Kelly" userId="S::x00221555@mytudublin.ie::53b29c55-6005-4aa7-843a-d67c21753314" providerId="AD" clId="Web-{78576D00-BDF1-6C3C-242D-A2DCABA6BB0D}" dt="2025-12-05T20:06:41.593" v="718"/>
          <ac:spMkLst>
            <pc:docMk/>
            <pc:sldMk cId="2801036417" sldId="267"/>
            <ac:spMk id="15" creationId="{15F33878-D502-4FFA-8ACE-F2AECDB2A23F}"/>
          </ac:spMkLst>
        </pc:spChg>
        <pc:spChg chg="add del">
          <ac:chgData name="X00221555 Sean Kelly" userId="S::x00221555@mytudublin.ie::53b29c55-6005-4aa7-843a-d67c21753314" providerId="AD" clId="Web-{78576D00-BDF1-6C3C-242D-A2DCABA6BB0D}" dt="2025-12-05T20:06:41.593" v="718"/>
          <ac:spMkLst>
            <pc:docMk/>
            <pc:sldMk cId="2801036417" sldId="267"/>
            <ac:spMk id="17" creationId="{D3539FEE-81D3-4406-802E-60B20B16F4F6}"/>
          </ac:spMkLst>
        </pc:spChg>
        <pc:spChg chg="add del">
          <ac:chgData name="X00221555 Sean Kelly" userId="S::x00221555@mytudublin.ie::53b29c55-6005-4aa7-843a-d67c21753314" providerId="AD" clId="Web-{78576D00-BDF1-6C3C-242D-A2DCABA6BB0D}" dt="2025-12-05T20:06:41.593" v="718"/>
          <ac:spMkLst>
            <pc:docMk/>
            <pc:sldMk cId="2801036417" sldId="267"/>
            <ac:spMk id="19" creationId="{DC701763-729E-462F-A5A8-E0DEFEB1E2E4}"/>
          </ac:spMkLst>
        </pc:spChg>
        <pc:picChg chg="add mod ord">
          <ac:chgData name="X00221555 Sean Kelly" userId="S::x00221555@mytudublin.ie::53b29c55-6005-4aa7-843a-d67c21753314" providerId="AD" clId="Web-{78576D00-BDF1-6C3C-242D-A2DCABA6BB0D}" dt="2025-12-05T20:06:41.593" v="718"/>
          <ac:picMkLst>
            <pc:docMk/>
            <pc:sldMk cId="2801036417" sldId="267"/>
            <ac:picMk id="4" creationId="{A0892818-0882-519A-2943-492BD1478AC6}"/>
          </ac:picMkLst>
        </pc:picChg>
        <pc:picChg chg="add mod">
          <ac:chgData name="X00221555 Sean Kelly" userId="S::x00221555@mytudublin.ie::53b29c55-6005-4aa7-843a-d67c21753314" providerId="AD" clId="Web-{78576D00-BDF1-6C3C-242D-A2DCABA6BB0D}" dt="2025-12-05T15:27:50.610" v="237"/>
          <ac:picMkLst>
            <pc:docMk/>
            <pc:sldMk cId="2801036417" sldId="267"/>
            <ac:picMk id="6" creationId="{C05279D0-C4CC-CF64-8136-D13C84A5C85E}"/>
          </ac:picMkLst>
        </pc:pic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572447257" sldId="268"/>
        </pc:sldMkLst>
        <pc:spChg chg="mod ord">
          <ac:chgData name="X00221555 Sean Kelly" userId="S::x00221555@mytudublin.ie::53b29c55-6005-4aa7-843a-d67c21753314" providerId="AD" clId="Web-{78576D00-BDF1-6C3C-242D-A2DCABA6BB0D}" dt="2025-12-05T20:06:41.593" v="718"/>
          <ac:spMkLst>
            <pc:docMk/>
            <pc:sldMk cId="1572447257" sldId="268"/>
            <ac:spMk id="2" creationId="{B8232E9D-8895-704F-FDD4-91B5877301D7}"/>
          </ac:spMkLst>
        </pc:spChg>
        <pc:spChg chg="add del">
          <ac:chgData name="X00221555 Sean Kelly" userId="S::x00221555@mytudublin.ie::53b29c55-6005-4aa7-843a-d67c21753314" providerId="AD" clId="Web-{78576D00-BDF1-6C3C-242D-A2DCABA6BB0D}" dt="2025-12-05T20:06:41.593" v="718"/>
          <ac:spMkLst>
            <pc:docMk/>
            <pc:sldMk cId="1572447257" sldId="268"/>
            <ac:spMk id="9" creationId="{BACC6370-2D7E-4714-9D71-7542949D7D5D}"/>
          </ac:spMkLst>
        </pc:spChg>
        <pc:spChg chg="add del">
          <ac:chgData name="X00221555 Sean Kelly" userId="S::x00221555@mytudublin.ie::53b29c55-6005-4aa7-843a-d67c21753314" providerId="AD" clId="Web-{78576D00-BDF1-6C3C-242D-A2DCABA6BB0D}" dt="2025-12-05T20:06:41.593" v="718"/>
          <ac:spMkLst>
            <pc:docMk/>
            <pc:sldMk cId="1572447257" sldId="268"/>
            <ac:spMk id="11" creationId="{F68B3F68-107C-434F-AA38-110D5EA91B85}"/>
          </ac:spMkLst>
        </pc:spChg>
        <pc:spChg chg="add del">
          <ac:chgData name="X00221555 Sean Kelly" userId="S::x00221555@mytudublin.ie::53b29c55-6005-4aa7-843a-d67c21753314" providerId="AD" clId="Web-{78576D00-BDF1-6C3C-242D-A2DCABA6BB0D}" dt="2025-12-05T20:06:41.593" v="718"/>
          <ac:spMkLst>
            <pc:docMk/>
            <pc:sldMk cId="1572447257" sldId="268"/>
            <ac:spMk id="13" creationId="{AAD0DBB9-1A4B-4391-81D4-CB19F9AB918A}"/>
          </ac:spMkLst>
        </pc:spChg>
        <pc:spChg chg="add del">
          <ac:chgData name="X00221555 Sean Kelly" userId="S::x00221555@mytudublin.ie::53b29c55-6005-4aa7-843a-d67c21753314" providerId="AD" clId="Web-{78576D00-BDF1-6C3C-242D-A2DCABA6BB0D}" dt="2025-12-05T20:06:41.593" v="718"/>
          <ac:spMkLst>
            <pc:docMk/>
            <pc:sldMk cId="1572447257" sldId="268"/>
            <ac:spMk id="15" creationId="{063BBA22-50EA-4C4D-BE05-F1CE4E63AA56}"/>
          </ac:spMkLst>
        </pc:spChg>
        <pc:graphicFrameChg chg="add mod ord">
          <ac:chgData name="X00221555 Sean Kelly" userId="S::x00221555@mytudublin.ie::53b29c55-6005-4aa7-843a-d67c21753314" providerId="AD" clId="Web-{78576D00-BDF1-6C3C-242D-A2DCABA6BB0D}" dt="2025-12-05T20:06:41.593" v="718"/>
          <ac:graphicFrameMkLst>
            <pc:docMk/>
            <pc:sldMk cId="1572447257" sldId="268"/>
            <ac:graphicFrameMk id="5" creationId="{9AF3389C-9234-8A89-6330-9B21F52E6F07}"/>
          </ac:graphicFrameMkLst>
        </pc:graphicFrame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341477173" sldId="269"/>
        </pc:sldMkLst>
        <pc:spChg chg="mod ord">
          <ac:chgData name="X00221555 Sean Kelly" userId="S::x00221555@mytudublin.ie::53b29c55-6005-4aa7-843a-d67c21753314" providerId="AD" clId="Web-{78576D00-BDF1-6C3C-242D-A2DCABA6BB0D}" dt="2025-12-05T20:06:41.593" v="718"/>
          <ac:spMkLst>
            <pc:docMk/>
            <pc:sldMk cId="1341477173" sldId="269"/>
            <ac:spMk id="2" creationId="{76A60397-18D3-38A0-4563-358A972AF9B0}"/>
          </ac:spMkLst>
        </pc:spChg>
        <pc:spChg chg="mod ord">
          <ac:chgData name="X00221555 Sean Kelly" userId="S::x00221555@mytudublin.ie::53b29c55-6005-4aa7-843a-d67c21753314" providerId="AD" clId="Web-{78576D00-BDF1-6C3C-242D-A2DCABA6BB0D}" dt="2025-12-05T20:06:41.593" v="718"/>
          <ac:spMkLst>
            <pc:docMk/>
            <pc:sldMk cId="1341477173" sldId="269"/>
            <ac:spMk id="3" creationId="{894B8D57-F9D7-85B2-095A-CC1E3AAB3827}"/>
          </ac:spMkLst>
        </pc:spChg>
        <pc:spChg chg="add del">
          <ac:chgData name="X00221555 Sean Kelly" userId="S::x00221555@mytudublin.ie::53b29c55-6005-4aa7-843a-d67c21753314" providerId="AD" clId="Web-{78576D00-BDF1-6C3C-242D-A2DCABA6BB0D}" dt="2025-12-05T20:06:41.593" v="718"/>
          <ac:spMkLst>
            <pc:docMk/>
            <pc:sldMk cId="1341477173" sldId="269"/>
            <ac:spMk id="8" creationId="{18873D23-2DCF-4B31-A009-95721C06E8E1}"/>
          </ac:spMkLst>
        </pc:spChg>
        <pc:spChg chg="add del">
          <ac:chgData name="X00221555 Sean Kelly" userId="S::x00221555@mytudublin.ie::53b29c55-6005-4aa7-843a-d67c21753314" providerId="AD" clId="Web-{78576D00-BDF1-6C3C-242D-A2DCABA6BB0D}" dt="2025-12-05T20:06:41.593" v="718"/>
          <ac:spMkLst>
            <pc:docMk/>
            <pc:sldMk cId="1341477173" sldId="269"/>
            <ac:spMk id="10" creationId="{C13EF075-D4EF-4929-ADBC-91B27DA19955}"/>
          </ac:spMkLst>
        </pc:spChg>
        <pc:grpChg chg="add del">
          <ac:chgData name="X00221555 Sean Kelly" userId="S::x00221555@mytudublin.ie::53b29c55-6005-4aa7-843a-d67c21753314" providerId="AD" clId="Web-{78576D00-BDF1-6C3C-242D-A2DCABA6BB0D}" dt="2025-12-05T20:06:41.593" v="718"/>
          <ac:grpSpMkLst>
            <pc:docMk/>
            <pc:sldMk cId="1341477173" sldId="269"/>
            <ac:grpSpMk id="12" creationId="{DAA26DFA-AAB2-4973-9C17-16D587C7B198}"/>
          </ac:grpSpMkLst>
        </pc:grpChg>
      </pc:sldChg>
      <pc:sldChg chg="addSp delSp modSp new mod setBg modClrScheme delDesignElem chgLayout">
        <pc:chgData name="X00221555 Sean Kelly" userId="S::x00221555@mytudublin.ie::53b29c55-6005-4aa7-843a-d67c21753314" providerId="AD" clId="Web-{78576D00-BDF1-6C3C-242D-A2DCABA6BB0D}" dt="2025-12-05T20:06:41.593" v="718"/>
        <pc:sldMkLst>
          <pc:docMk/>
          <pc:sldMk cId="1924060941" sldId="270"/>
        </pc:sldMkLst>
        <pc:spChg chg="mod ord">
          <ac:chgData name="X00221555 Sean Kelly" userId="S::x00221555@mytudublin.ie::53b29c55-6005-4aa7-843a-d67c21753314" providerId="AD" clId="Web-{78576D00-BDF1-6C3C-242D-A2DCABA6BB0D}" dt="2025-12-05T20:06:41.593" v="718"/>
          <ac:spMkLst>
            <pc:docMk/>
            <pc:sldMk cId="1924060941" sldId="270"/>
            <ac:spMk id="2" creationId="{B32FF48A-4452-A455-A67A-455150CB3DA5}"/>
          </ac:spMkLst>
        </pc:spChg>
        <pc:spChg chg="add del">
          <ac:chgData name="X00221555 Sean Kelly" userId="S::x00221555@mytudublin.ie::53b29c55-6005-4aa7-843a-d67c21753314" providerId="AD" clId="Web-{78576D00-BDF1-6C3C-242D-A2DCABA6BB0D}" dt="2025-12-05T20:06:41.593" v="718"/>
          <ac:spMkLst>
            <pc:docMk/>
            <pc:sldMk cId="1924060941" sldId="270"/>
            <ac:spMk id="21" creationId="{BACC6370-2D7E-4714-9D71-7542949D7D5D}"/>
          </ac:spMkLst>
        </pc:spChg>
        <pc:spChg chg="add del">
          <ac:chgData name="X00221555 Sean Kelly" userId="S::x00221555@mytudublin.ie::53b29c55-6005-4aa7-843a-d67c21753314" providerId="AD" clId="Web-{78576D00-BDF1-6C3C-242D-A2DCABA6BB0D}" dt="2025-12-05T20:06:41.593" v="718"/>
          <ac:spMkLst>
            <pc:docMk/>
            <pc:sldMk cId="1924060941" sldId="270"/>
            <ac:spMk id="23" creationId="{F68B3F68-107C-434F-AA38-110D5EA91B85}"/>
          </ac:spMkLst>
        </pc:spChg>
        <pc:spChg chg="add del">
          <ac:chgData name="X00221555 Sean Kelly" userId="S::x00221555@mytudublin.ie::53b29c55-6005-4aa7-843a-d67c21753314" providerId="AD" clId="Web-{78576D00-BDF1-6C3C-242D-A2DCABA6BB0D}" dt="2025-12-05T20:06:41.593" v="718"/>
          <ac:spMkLst>
            <pc:docMk/>
            <pc:sldMk cId="1924060941" sldId="270"/>
            <ac:spMk id="25" creationId="{AAD0DBB9-1A4B-4391-81D4-CB19F9AB918A}"/>
          </ac:spMkLst>
        </pc:spChg>
        <pc:spChg chg="add del">
          <ac:chgData name="X00221555 Sean Kelly" userId="S::x00221555@mytudublin.ie::53b29c55-6005-4aa7-843a-d67c21753314" providerId="AD" clId="Web-{78576D00-BDF1-6C3C-242D-A2DCABA6BB0D}" dt="2025-12-05T20:06:41.593" v="718"/>
          <ac:spMkLst>
            <pc:docMk/>
            <pc:sldMk cId="1924060941" sldId="270"/>
            <ac:spMk id="27" creationId="{063BBA22-50EA-4C4D-BE05-F1CE4E63AA56}"/>
          </ac:spMkLst>
        </pc:spChg>
        <pc:graphicFrameChg chg="add mod ord modGraphic">
          <ac:chgData name="X00221555 Sean Kelly" userId="S::x00221555@mytudublin.ie::53b29c55-6005-4aa7-843a-d67c21753314" providerId="AD" clId="Web-{78576D00-BDF1-6C3C-242D-A2DCABA6BB0D}" dt="2025-12-05T20:06:41.593" v="718"/>
          <ac:graphicFrameMkLst>
            <pc:docMk/>
            <pc:sldMk cId="1924060941" sldId="270"/>
            <ac:graphicFrameMk id="4" creationId="{4735D2F9-24CC-80E3-D490-988E02140218}"/>
          </ac:graphicFrameMkLst>
        </pc:graphicFrameChg>
      </pc:sldChg>
      <pc:sldMasterChg chg="add del addSldLayout delSldLayout">
        <pc:chgData name="X00221555 Sean Kelly" userId="S::x00221555@mytudublin.ie::53b29c55-6005-4aa7-843a-d67c21753314" providerId="AD" clId="Web-{78576D00-BDF1-6C3C-242D-A2DCABA6BB0D}" dt="2025-12-05T20:06:41.593" v="718"/>
        <pc:sldMasterMkLst>
          <pc:docMk/>
          <pc:sldMasterMk cId="2460954070" sldId="2147483660"/>
        </pc:sldMasterMkLst>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2385387890" sldId="2147483661"/>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949138452" sldId="2147483662"/>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2591524520" sldId="2147483663"/>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1203092039" sldId="2147483664"/>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3733172339" sldId="2147483665"/>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3210312558" sldId="2147483666"/>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3146388984" sldId="2147483667"/>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3171841454" sldId="2147483668"/>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1718958274" sldId="2147483669"/>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2202905451" sldId="2147483670"/>
          </pc:sldLayoutMkLst>
        </pc:sldLayoutChg>
        <pc:sldLayoutChg chg="add del">
          <pc:chgData name="X00221555 Sean Kelly" userId="S::x00221555@mytudublin.ie::53b29c55-6005-4aa7-843a-d67c21753314" providerId="AD" clId="Web-{78576D00-BDF1-6C3C-242D-A2DCABA6BB0D}" dt="2025-12-05T20:06:41.593" v="718"/>
          <pc:sldLayoutMkLst>
            <pc:docMk/>
            <pc:sldMasterMk cId="2460954070" sldId="2147483660"/>
            <pc:sldLayoutMk cId="3479445657" sldId="2147483671"/>
          </pc:sldLayoutMkLst>
        </pc:sldLayoutChg>
      </pc:sldMasterChg>
    </pc:docChg>
  </pc:docChgLst>
  <pc:docChgLst>
    <pc:chgData name="X00221555 Sean Kelly" userId="S::x00221555@mytudublin.ie::53b29c55-6005-4aa7-843a-d67c21753314" providerId="AD" clId="Web-{0774D7DE-4896-BFFE-6B4B-2984BF18C048}"/>
    <pc:docChg chg="modSld">
      <pc:chgData name="X00221555 Sean Kelly" userId="S::x00221555@mytudublin.ie::53b29c55-6005-4aa7-843a-d67c21753314" providerId="AD" clId="Web-{0774D7DE-4896-BFFE-6B4B-2984BF18C048}" dt="2025-12-09T12:08:23.363" v="202" actId="20577"/>
      <pc:docMkLst>
        <pc:docMk/>
      </pc:docMkLst>
      <pc:sldChg chg="modSp">
        <pc:chgData name="X00221555 Sean Kelly" userId="S::x00221555@mytudublin.ie::53b29c55-6005-4aa7-843a-d67c21753314" providerId="AD" clId="Web-{0774D7DE-4896-BFFE-6B4B-2984BF18C048}" dt="2025-12-09T11:56:02.513" v="99" actId="20577"/>
        <pc:sldMkLst>
          <pc:docMk/>
          <pc:sldMk cId="363183242" sldId="258"/>
        </pc:sldMkLst>
        <pc:graphicFrameChg chg="modGraphic">
          <ac:chgData name="X00221555 Sean Kelly" userId="S::x00221555@mytudublin.ie::53b29c55-6005-4aa7-843a-d67c21753314" providerId="AD" clId="Web-{0774D7DE-4896-BFFE-6B4B-2984BF18C048}" dt="2025-12-09T11:56:02.513" v="99" actId="20577"/>
          <ac:graphicFrameMkLst>
            <pc:docMk/>
            <pc:sldMk cId="363183242" sldId="258"/>
            <ac:graphicFrameMk id="5" creationId="{E2DB84A4-4979-3618-9EEE-AF903242F601}"/>
          </ac:graphicFrameMkLst>
        </pc:graphicFrameChg>
      </pc:sldChg>
      <pc:sldChg chg="modSp">
        <pc:chgData name="X00221555 Sean Kelly" userId="S::x00221555@mytudublin.ie::53b29c55-6005-4aa7-843a-d67c21753314" providerId="AD" clId="Web-{0774D7DE-4896-BFFE-6B4B-2984BF18C048}" dt="2025-12-09T12:08:23.363" v="202" actId="20577"/>
        <pc:sldMkLst>
          <pc:docMk/>
          <pc:sldMk cId="1341477173" sldId="269"/>
        </pc:sldMkLst>
        <pc:spChg chg="mod">
          <ac:chgData name="X00221555 Sean Kelly" userId="S::x00221555@mytudublin.ie::53b29c55-6005-4aa7-843a-d67c21753314" providerId="AD" clId="Web-{0774D7DE-4896-BFFE-6B4B-2984BF18C048}" dt="2025-12-09T12:08:23.363" v="202" actId="20577"/>
          <ac:spMkLst>
            <pc:docMk/>
            <pc:sldMk cId="1341477173" sldId="269"/>
            <ac:spMk id="3" creationId="{894B8D57-F9D7-85B2-095A-CC1E3AAB3827}"/>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2D355C-B4C2-44C7-8565-439CC5FF27CD}"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F80FA29-90E7-4F13-BA0B-67604A362063}">
      <dgm:prSet/>
      <dgm:spPr/>
      <dgm:t>
        <a:bodyPr/>
        <a:lstStyle/>
        <a:p>
          <a:pPr>
            <a:lnSpc>
              <a:spcPct val="100000"/>
            </a:lnSpc>
          </a:pPr>
          <a:r>
            <a:rPr lang="en-US"/>
            <a:t>The dataset in which we have chosen is a luxury watch pricing dataset. The criteria in which this dataset contains includes brands, models, prices, cases, straps, movements, water resistance, case diameter, case thickness, band width, dial color, crystal material, complications and power reserves. </a:t>
          </a:r>
        </a:p>
      </dgm:t>
    </dgm:pt>
    <dgm:pt modelId="{13A34313-E8BF-42ED-8185-0CA914335159}" type="parTrans" cxnId="{81BD6AE2-5855-44CE-B049-4FF6C0EFF1F3}">
      <dgm:prSet/>
      <dgm:spPr/>
      <dgm:t>
        <a:bodyPr/>
        <a:lstStyle/>
        <a:p>
          <a:endParaRPr lang="en-US"/>
        </a:p>
      </dgm:t>
    </dgm:pt>
    <dgm:pt modelId="{5CB95865-D997-4555-838B-A3665ED5C0B5}" type="sibTrans" cxnId="{81BD6AE2-5855-44CE-B049-4FF6C0EFF1F3}">
      <dgm:prSet/>
      <dgm:spPr/>
      <dgm:t>
        <a:bodyPr/>
        <a:lstStyle/>
        <a:p>
          <a:pPr>
            <a:lnSpc>
              <a:spcPct val="100000"/>
            </a:lnSpc>
          </a:pPr>
          <a:endParaRPr lang="en-US"/>
        </a:p>
      </dgm:t>
    </dgm:pt>
    <dgm:pt modelId="{CF6314FB-2EDC-4878-A252-5ADF3DEB432E}">
      <dgm:prSet/>
      <dgm:spPr/>
      <dgm:t>
        <a:bodyPr/>
        <a:lstStyle/>
        <a:p>
          <a:pPr>
            <a:lnSpc>
              <a:spcPct val="100000"/>
            </a:lnSpc>
          </a:pPr>
          <a:r>
            <a:rPr lang="en-US"/>
            <a:t>The dataset has 14 columns and 508 rows. It is a publicly available dataset available on Kaggle. https://www.kaggle.com/datasets/rkiattisak/luxury-watches-price-dataset/data</a:t>
          </a:r>
        </a:p>
      </dgm:t>
    </dgm:pt>
    <dgm:pt modelId="{013EA877-54C1-4A69-825F-C41EB4BB8BE8}" type="parTrans" cxnId="{1C2EBE9E-AB4B-4CEC-B238-537CFDEA2156}">
      <dgm:prSet/>
      <dgm:spPr/>
      <dgm:t>
        <a:bodyPr/>
        <a:lstStyle/>
        <a:p>
          <a:endParaRPr lang="en-US"/>
        </a:p>
      </dgm:t>
    </dgm:pt>
    <dgm:pt modelId="{FD4C5D8F-F1C6-47A5-99C6-38E321CDBFA9}" type="sibTrans" cxnId="{1C2EBE9E-AB4B-4CEC-B238-537CFDEA2156}">
      <dgm:prSet/>
      <dgm:spPr/>
      <dgm:t>
        <a:bodyPr/>
        <a:lstStyle/>
        <a:p>
          <a:pPr>
            <a:lnSpc>
              <a:spcPct val="100000"/>
            </a:lnSpc>
          </a:pPr>
          <a:endParaRPr lang="en-US"/>
        </a:p>
      </dgm:t>
    </dgm:pt>
    <dgm:pt modelId="{CDDB7B33-717F-4340-8163-4B9C587ACC5E}">
      <dgm:prSet/>
      <dgm:spPr/>
      <dgm:t>
        <a:bodyPr/>
        <a:lstStyle/>
        <a:p>
          <a:pPr>
            <a:lnSpc>
              <a:spcPct val="100000"/>
            </a:lnSpc>
          </a:pPr>
          <a:r>
            <a:rPr lang="en-US"/>
            <a:t>This dataset is useful for Businesses, Resellers, enthusiasts and individuals wishing to further expand their knowledge in the expertise</a:t>
          </a:r>
        </a:p>
      </dgm:t>
    </dgm:pt>
    <dgm:pt modelId="{6D7F41AD-7194-4952-A9ED-BF35E31E9D19}" type="parTrans" cxnId="{CE8B536D-7064-4E44-AEA0-4AAC48C5DB68}">
      <dgm:prSet/>
      <dgm:spPr/>
      <dgm:t>
        <a:bodyPr/>
        <a:lstStyle/>
        <a:p>
          <a:endParaRPr lang="en-US"/>
        </a:p>
      </dgm:t>
    </dgm:pt>
    <dgm:pt modelId="{2004CD87-0753-4C03-B883-8E74DF7EB06B}" type="sibTrans" cxnId="{CE8B536D-7064-4E44-AEA0-4AAC48C5DB68}">
      <dgm:prSet/>
      <dgm:spPr/>
      <dgm:t>
        <a:bodyPr/>
        <a:lstStyle/>
        <a:p>
          <a:endParaRPr lang="en-US"/>
        </a:p>
      </dgm:t>
    </dgm:pt>
    <dgm:pt modelId="{3264CB73-F399-4D1D-8E51-D640B3A6A4AD}" type="pres">
      <dgm:prSet presAssocID="{532D355C-B4C2-44C7-8565-439CC5FF27CD}" presName="root" presStyleCnt="0">
        <dgm:presLayoutVars>
          <dgm:dir/>
          <dgm:resizeHandles val="exact"/>
        </dgm:presLayoutVars>
      </dgm:prSet>
      <dgm:spPr/>
    </dgm:pt>
    <dgm:pt modelId="{41E03C43-07E2-4ED3-8E94-9F3D24A64D9D}" type="pres">
      <dgm:prSet presAssocID="{532D355C-B4C2-44C7-8565-439CC5FF27CD}" presName="container" presStyleCnt="0">
        <dgm:presLayoutVars>
          <dgm:dir/>
          <dgm:resizeHandles val="exact"/>
        </dgm:presLayoutVars>
      </dgm:prSet>
      <dgm:spPr/>
    </dgm:pt>
    <dgm:pt modelId="{AB94CB4C-DD6B-4D9F-81AD-E5AF7B65B246}" type="pres">
      <dgm:prSet presAssocID="{AF80FA29-90E7-4F13-BA0B-67604A362063}" presName="compNode" presStyleCnt="0"/>
      <dgm:spPr/>
    </dgm:pt>
    <dgm:pt modelId="{2C866D5C-ADBD-4E68-AEC4-B581C8685C34}" type="pres">
      <dgm:prSet presAssocID="{AF80FA29-90E7-4F13-BA0B-67604A362063}" presName="iconBgRect" presStyleLbl="bgShp" presStyleIdx="0" presStyleCnt="3"/>
      <dgm:spPr/>
    </dgm:pt>
    <dgm:pt modelId="{6283273D-6C09-4DBA-9CBA-5364D48C562B}" type="pres">
      <dgm:prSet presAssocID="{AF80FA29-90E7-4F13-BA0B-67604A36206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286FD86-3DCD-4BC7-BDA5-F5FCA12801A7}" type="pres">
      <dgm:prSet presAssocID="{AF80FA29-90E7-4F13-BA0B-67604A362063}" presName="spaceRect" presStyleCnt="0"/>
      <dgm:spPr/>
    </dgm:pt>
    <dgm:pt modelId="{8A1DE7A3-152E-428E-8A49-B97B2EF47575}" type="pres">
      <dgm:prSet presAssocID="{AF80FA29-90E7-4F13-BA0B-67604A362063}" presName="textRect" presStyleLbl="revTx" presStyleIdx="0" presStyleCnt="3">
        <dgm:presLayoutVars>
          <dgm:chMax val="1"/>
          <dgm:chPref val="1"/>
        </dgm:presLayoutVars>
      </dgm:prSet>
      <dgm:spPr/>
    </dgm:pt>
    <dgm:pt modelId="{F6C3122E-FBC6-48D1-B056-326912D2C234}" type="pres">
      <dgm:prSet presAssocID="{5CB95865-D997-4555-838B-A3665ED5C0B5}" presName="sibTrans" presStyleLbl="sibTrans2D1" presStyleIdx="0" presStyleCnt="0"/>
      <dgm:spPr/>
    </dgm:pt>
    <dgm:pt modelId="{A1466DBE-C0CE-403D-994C-3C5396C8387A}" type="pres">
      <dgm:prSet presAssocID="{CF6314FB-2EDC-4878-A252-5ADF3DEB432E}" presName="compNode" presStyleCnt="0"/>
      <dgm:spPr/>
    </dgm:pt>
    <dgm:pt modelId="{275A440E-1D29-43A6-B2F5-E9C5FA6C8C60}" type="pres">
      <dgm:prSet presAssocID="{CF6314FB-2EDC-4878-A252-5ADF3DEB432E}" presName="iconBgRect" presStyleLbl="bgShp" presStyleIdx="1" presStyleCnt="3"/>
      <dgm:spPr/>
    </dgm:pt>
    <dgm:pt modelId="{E40046C5-AA65-4AB8-A158-20597FDA1CEC}" type="pres">
      <dgm:prSet presAssocID="{CF6314FB-2EDC-4878-A252-5ADF3DEB432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F4C2B2EC-A97E-475F-9FD1-75CC79B646B7}" type="pres">
      <dgm:prSet presAssocID="{CF6314FB-2EDC-4878-A252-5ADF3DEB432E}" presName="spaceRect" presStyleCnt="0"/>
      <dgm:spPr/>
    </dgm:pt>
    <dgm:pt modelId="{18132ED6-7AEA-4437-B209-F0430889663F}" type="pres">
      <dgm:prSet presAssocID="{CF6314FB-2EDC-4878-A252-5ADF3DEB432E}" presName="textRect" presStyleLbl="revTx" presStyleIdx="1" presStyleCnt="3">
        <dgm:presLayoutVars>
          <dgm:chMax val="1"/>
          <dgm:chPref val="1"/>
        </dgm:presLayoutVars>
      </dgm:prSet>
      <dgm:spPr/>
    </dgm:pt>
    <dgm:pt modelId="{C85C3629-95CD-452D-BA44-A7086E5D6739}" type="pres">
      <dgm:prSet presAssocID="{FD4C5D8F-F1C6-47A5-99C6-38E321CDBFA9}" presName="sibTrans" presStyleLbl="sibTrans2D1" presStyleIdx="0" presStyleCnt="0"/>
      <dgm:spPr/>
    </dgm:pt>
    <dgm:pt modelId="{D67B18B2-07A0-4E92-B411-FD073CFF10B7}" type="pres">
      <dgm:prSet presAssocID="{CDDB7B33-717F-4340-8163-4B9C587ACC5E}" presName="compNode" presStyleCnt="0"/>
      <dgm:spPr/>
    </dgm:pt>
    <dgm:pt modelId="{935E0B03-7711-49B8-8230-6CE70299B7F8}" type="pres">
      <dgm:prSet presAssocID="{CDDB7B33-717F-4340-8163-4B9C587ACC5E}" presName="iconBgRect" presStyleLbl="bgShp" presStyleIdx="2" presStyleCnt="3"/>
      <dgm:spPr/>
    </dgm:pt>
    <dgm:pt modelId="{FB866CCA-F6AC-4970-8EAC-4F64FEB44C3E}" type="pres">
      <dgm:prSet presAssocID="{CDDB7B33-717F-4340-8163-4B9C587ACC5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nfluencer"/>
        </a:ext>
      </dgm:extLst>
    </dgm:pt>
    <dgm:pt modelId="{C4A41FD5-1BCC-469A-AFB8-AE67622465ED}" type="pres">
      <dgm:prSet presAssocID="{CDDB7B33-717F-4340-8163-4B9C587ACC5E}" presName="spaceRect" presStyleCnt="0"/>
      <dgm:spPr/>
    </dgm:pt>
    <dgm:pt modelId="{4479EF93-AA2D-460E-B19B-42A889C07F62}" type="pres">
      <dgm:prSet presAssocID="{CDDB7B33-717F-4340-8163-4B9C587ACC5E}" presName="textRect" presStyleLbl="revTx" presStyleIdx="2" presStyleCnt="3">
        <dgm:presLayoutVars>
          <dgm:chMax val="1"/>
          <dgm:chPref val="1"/>
        </dgm:presLayoutVars>
      </dgm:prSet>
      <dgm:spPr/>
    </dgm:pt>
  </dgm:ptLst>
  <dgm:cxnLst>
    <dgm:cxn modelId="{FDB1C107-9766-46CF-B720-96B61182E9D4}" type="presOf" srcId="{532D355C-B4C2-44C7-8565-439CC5FF27CD}" destId="{3264CB73-F399-4D1D-8E51-D640B3A6A4AD}" srcOrd="0" destOrd="0" presId="urn:microsoft.com/office/officeart/2018/2/layout/IconCircleList"/>
    <dgm:cxn modelId="{F7E57123-0944-4C96-A95E-D8E2947B26A4}" type="presOf" srcId="{5CB95865-D997-4555-838B-A3665ED5C0B5}" destId="{F6C3122E-FBC6-48D1-B056-326912D2C234}" srcOrd="0" destOrd="0" presId="urn:microsoft.com/office/officeart/2018/2/layout/IconCircleList"/>
    <dgm:cxn modelId="{CE8B536D-7064-4E44-AEA0-4AAC48C5DB68}" srcId="{532D355C-B4C2-44C7-8565-439CC5FF27CD}" destId="{CDDB7B33-717F-4340-8163-4B9C587ACC5E}" srcOrd="2" destOrd="0" parTransId="{6D7F41AD-7194-4952-A9ED-BF35E31E9D19}" sibTransId="{2004CD87-0753-4C03-B883-8E74DF7EB06B}"/>
    <dgm:cxn modelId="{1C2EBE9E-AB4B-4CEC-B238-537CFDEA2156}" srcId="{532D355C-B4C2-44C7-8565-439CC5FF27CD}" destId="{CF6314FB-2EDC-4878-A252-5ADF3DEB432E}" srcOrd="1" destOrd="0" parTransId="{013EA877-54C1-4A69-825F-C41EB4BB8BE8}" sibTransId="{FD4C5D8F-F1C6-47A5-99C6-38E321CDBFA9}"/>
    <dgm:cxn modelId="{B1C867C5-CBE8-45F7-8F63-678CDCC192CA}" type="presOf" srcId="{CDDB7B33-717F-4340-8163-4B9C587ACC5E}" destId="{4479EF93-AA2D-460E-B19B-42A889C07F62}" srcOrd="0" destOrd="0" presId="urn:microsoft.com/office/officeart/2018/2/layout/IconCircleList"/>
    <dgm:cxn modelId="{290981CD-FD85-4463-A5C5-6187405DEBDC}" type="presOf" srcId="{FD4C5D8F-F1C6-47A5-99C6-38E321CDBFA9}" destId="{C85C3629-95CD-452D-BA44-A7086E5D6739}" srcOrd="0" destOrd="0" presId="urn:microsoft.com/office/officeart/2018/2/layout/IconCircleList"/>
    <dgm:cxn modelId="{81BD6AE2-5855-44CE-B049-4FF6C0EFF1F3}" srcId="{532D355C-B4C2-44C7-8565-439CC5FF27CD}" destId="{AF80FA29-90E7-4F13-BA0B-67604A362063}" srcOrd="0" destOrd="0" parTransId="{13A34313-E8BF-42ED-8185-0CA914335159}" sibTransId="{5CB95865-D997-4555-838B-A3665ED5C0B5}"/>
    <dgm:cxn modelId="{7A82B2F4-973C-4F06-8BD5-873F6F89C917}" type="presOf" srcId="{CF6314FB-2EDC-4878-A252-5ADF3DEB432E}" destId="{18132ED6-7AEA-4437-B209-F0430889663F}" srcOrd="0" destOrd="0" presId="urn:microsoft.com/office/officeart/2018/2/layout/IconCircleList"/>
    <dgm:cxn modelId="{6590E8F8-9BC9-4EC6-96BA-ABA178733461}" type="presOf" srcId="{AF80FA29-90E7-4F13-BA0B-67604A362063}" destId="{8A1DE7A3-152E-428E-8A49-B97B2EF47575}" srcOrd="0" destOrd="0" presId="urn:microsoft.com/office/officeart/2018/2/layout/IconCircleList"/>
    <dgm:cxn modelId="{C89F5873-A18C-4ECD-9EFE-538E14F309E7}" type="presParOf" srcId="{3264CB73-F399-4D1D-8E51-D640B3A6A4AD}" destId="{41E03C43-07E2-4ED3-8E94-9F3D24A64D9D}" srcOrd="0" destOrd="0" presId="urn:microsoft.com/office/officeart/2018/2/layout/IconCircleList"/>
    <dgm:cxn modelId="{553574FC-1294-40B6-8ACA-D3B1BC1B7D5B}" type="presParOf" srcId="{41E03C43-07E2-4ED3-8E94-9F3D24A64D9D}" destId="{AB94CB4C-DD6B-4D9F-81AD-E5AF7B65B246}" srcOrd="0" destOrd="0" presId="urn:microsoft.com/office/officeart/2018/2/layout/IconCircleList"/>
    <dgm:cxn modelId="{A5B6182C-6541-4D93-8CC0-740830136495}" type="presParOf" srcId="{AB94CB4C-DD6B-4D9F-81AD-E5AF7B65B246}" destId="{2C866D5C-ADBD-4E68-AEC4-B581C8685C34}" srcOrd="0" destOrd="0" presId="urn:microsoft.com/office/officeart/2018/2/layout/IconCircleList"/>
    <dgm:cxn modelId="{86165871-5DC3-419E-8901-B975E5CD4C85}" type="presParOf" srcId="{AB94CB4C-DD6B-4D9F-81AD-E5AF7B65B246}" destId="{6283273D-6C09-4DBA-9CBA-5364D48C562B}" srcOrd="1" destOrd="0" presId="urn:microsoft.com/office/officeart/2018/2/layout/IconCircleList"/>
    <dgm:cxn modelId="{E078345B-DDDA-475B-B551-85616FE31D37}" type="presParOf" srcId="{AB94CB4C-DD6B-4D9F-81AD-E5AF7B65B246}" destId="{0286FD86-3DCD-4BC7-BDA5-F5FCA12801A7}" srcOrd="2" destOrd="0" presId="urn:microsoft.com/office/officeart/2018/2/layout/IconCircleList"/>
    <dgm:cxn modelId="{2D953008-77F3-4FE8-AEA7-F38B49312705}" type="presParOf" srcId="{AB94CB4C-DD6B-4D9F-81AD-E5AF7B65B246}" destId="{8A1DE7A3-152E-428E-8A49-B97B2EF47575}" srcOrd="3" destOrd="0" presId="urn:microsoft.com/office/officeart/2018/2/layout/IconCircleList"/>
    <dgm:cxn modelId="{5C13E7DA-57A4-4191-8317-8DFD79615C4F}" type="presParOf" srcId="{41E03C43-07E2-4ED3-8E94-9F3D24A64D9D}" destId="{F6C3122E-FBC6-48D1-B056-326912D2C234}" srcOrd="1" destOrd="0" presId="urn:microsoft.com/office/officeart/2018/2/layout/IconCircleList"/>
    <dgm:cxn modelId="{78E66989-4B44-4DB9-BC8A-AD50F92082DB}" type="presParOf" srcId="{41E03C43-07E2-4ED3-8E94-9F3D24A64D9D}" destId="{A1466DBE-C0CE-403D-994C-3C5396C8387A}" srcOrd="2" destOrd="0" presId="urn:microsoft.com/office/officeart/2018/2/layout/IconCircleList"/>
    <dgm:cxn modelId="{ABAA08D1-D2E8-486F-BC85-69B6C69F1817}" type="presParOf" srcId="{A1466DBE-C0CE-403D-994C-3C5396C8387A}" destId="{275A440E-1D29-43A6-B2F5-E9C5FA6C8C60}" srcOrd="0" destOrd="0" presId="urn:microsoft.com/office/officeart/2018/2/layout/IconCircleList"/>
    <dgm:cxn modelId="{202A928A-B110-4B4F-9C29-E604FA4E4C6E}" type="presParOf" srcId="{A1466DBE-C0CE-403D-994C-3C5396C8387A}" destId="{E40046C5-AA65-4AB8-A158-20597FDA1CEC}" srcOrd="1" destOrd="0" presId="urn:microsoft.com/office/officeart/2018/2/layout/IconCircleList"/>
    <dgm:cxn modelId="{DEC2822E-E7AB-45C0-B71A-FF3D4C683A83}" type="presParOf" srcId="{A1466DBE-C0CE-403D-994C-3C5396C8387A}" destId="{F4C2B2EC-A97E-475F-9FD1-75CC79B646B7}" srcOrd="2" destOrd="0" presId="urn:microsoft.com/office/officeart/2018/2/layout/IconCircleList"/>
    <dgm:cxn modelId="{F6436A91-3ECB-46B5-9D04-765DF5CCBBB6}" type="presParOf" srcId="{A1466DBE-C0CE-403D-994C-3C5396C8387A}" destId="{18132ED6-7AEA-4437-B209-F0430889663F}" srcOrd="3" destOrd="0" presId="urn:microsoft.com/office/officeart/2018/2/layout/IconCircleList"/>
    <dgm:cxn modelId="{8484D725-5FE5-4DC0-A04F-0B458E766305}" type="presParOf" srcId="{41E03C43-07E2-4ED3-8E94-9F3D24A64D9D}" destId="{C85C3629-95CD-452D-BA44-A7086E5D6739}" srcOrd="3" destOrd="0" presId="urn:microsoft.com/office/officeart/2018/2/layout/IconCircleList"/>
    <dgm:cxn modelId="{2B17B7D5-147A-44BA-AD4C-2F9672D68ABF}" type="presParOf" srcId="{41E03C43-07E2-4ED3-8E94-9F3D24A64D9D}" destId="{D67B18B2-07A0-4E92-B411-FD073CFF10B7}" srcOrd="4" destOrd="0" presId="urn:microsoft.com/office/officeart/2018/2/layout/IconCircleList"/>
    <dgm:cxn modelId="{32FDC1A3-F52B-42AE-AC0E-7DB2D0C2C038}" type="presParOf" srcId="{D67B18B2-07A0-4E92-B411-FD073CFF10B7}" destId="{935E0B03-7711-49B8-8230-6CE70299B7F8}" srcOrd="0" destOrd="0" presId="urn:microsoft.com/office/officeart/2018/2/layout/IconCircleList"/>
    <dgm:cxn modelId="{4E195314-A6D2-460C-AD5C-6A04D2B0C40F}" type="presParOf" srcId="{D67B18B2-07A0-4E92-B411-FD073CFF10B7}" destId="{FB866CCA-F6AC-4970-8EAC-4F64FEB44C3E}" srcOrd="1" destOrd="0" presId="urn:microsoft.com/office/officeart/2018/2/layout/IconCircleList"/>
    <dgm:cxn modelId="{93A0FC5E-1330-405E-A1AD-3532FA2D4555}" type="presParOf" srcId="{D67B18B2-07A0-4E92-B411-FD073CFF10B7}" destId="{C4A41FD5-1BCC-469A-AFB8-AE67622465ED}" srcOrd="2" destOrd="0" presId="urn:microsoft.com/office/officeart/2018/2/layout/IconCircleList"/>
    <dgm:cxn modelId="{878E4EDE-D018-4BE3-9227-9241A70D17EB}" type="presParOf" srcId="{D67B18B2-07A0-4E92-B411-FD073CFF10B7}" destId="{4479EF93-AA2D-460E-B19B-42A889C07F6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7F23-16A5-42BE-AC70-E95AA2B1F16C}"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6335EF49-9F41-475A-914F-08AA4F27D1AF}">
      <dgm:prSet/>
      <dgm:spPr/>
      <dgm:t>
        <a:bodyPr/>
        <a:lstStyle/>
        <a:p>
          <a:pPr algn="ctr">
            <a:lnSpc>
              <a:spcPct val="90000"/>
            </a:lnSpc>
          </a:pPr>
          <a:r>
            <a:rPr lang="en-US" sz="1700">
              <a:latin typeface="Aptos" panose="020B0004020202020204"/>
              <a:ea typeface="+mn-ea"/>
              <a:cs typeface="+mn-cs"/>
            </a:rPr>
            <a:t>The Objective of this project is to evaluate and provide statistics on the pricing of these watches compared to the prestige of their branding and the condition they are in. We believe that these categories are important to compare as branding significantly influences the perceived value and resale potential of a luxury watch, </a:t>
          </a:r>
          <a:r>
            <a:rPr lang="en-US" sz="1700" err="1">
              <a:latin typeface="Aptos" panose="020B0004020202020204"/>
              <a:ea typeface="+mn-ea"/>
              <a:cs typeface="+mn-cs"/>
            </a:rPr>
            <a:t>aswell</a:t>
          </a:r>
          <a:r>
            <a:rPr lang="en-US" sz="1700">
              <a:latin typeface="Aptos" panose="020B0004020202020204"/>
              <a:ea typeface="+mn-ea"/>
              <a:cs typeface="+mn-cs"/>
            </a:rPr>
            <a:t> as the condition greatly affecting the collectability </a:t>
          </a:r>
          <a:r>
            <a:rPr lang="en-US" sz="1700" err="1">
              <a:latin typeface="Aptos" panose="020B0004020202020204"/>
              <a:ea typeface="+mn-ea"/>
              <a:cs typeface="+mn-cs"/>
            </a:rPr>
            <a:t>aswell</a:t>
          </a:r>
          <a:r>
            <a:rPr lang="en-US" sz="1700">
              <a:latin typeface="Aptos" panose="020B0004020202020204"/>
              <a:ea typeface="+mn-ea"/>
              <a:cs typeface="+mn-cs"/>
            </a:rPr>
            <a:t> as longevity of the singular watch itself.</a:t>
          </a:r>
        </a:p>
      </dgm:t>
    </dgm:pt>
    <dgm:pt modelId="{5B4E4C7D-8903-4A88-ACF8-4F34E8E24479}" type="parTrans" cxnId="{90338AA4-B074-463B-B264-1EC8FFBD0E92}">
      <dgm:prSet/>
      <dgm:spPr/>
      <dgm:t>
        <a:bodyPr/>
        <a:lstStyle/>
        <a:p>
          <a:endParaRPr lang="en-US"/>
        </a:p>
      </dgm:t>
    </dgm:pt>
    <dgm:pt modelId="{710DC482-2CE4-4795-8FDD-302EBB66255D}" type="sibTrans" cxnId="{90338AA4-B074-463B-B264-1EC8FFBD0E92}">
      <dgm:prSet/>
      <dgm:spPr/>
      <dgm:t>
        <a:bodyPr/>
        <a:lstStyle/>
        <a:p>
          <a:endParaRPr lang="en-US"/>
        </a:p>
      </dgm:t>
    </dgm:pt>
    <dgm:pt modelId="{476234CA-9231-47A7-B272-A593D7213649}">
      <dgm:prSet/>
      <dgm:spPr/>
      <dgm:t>
        <a:bodyPr/>
        <a:lstStyle/>
        <a:p>
          <a:pPr algn="ctr" rtl="0">
            <a:lnSpc>
              <a:spcPct val="90000"/>
            </a:lnSpc>
          </a:pPr>
          <a:r>
            <a:rPr lang="en-US" sz="1700">
              <a:latin typeface="Aptos"/>
              <a:ea typeface="+mn-ea"/>
              <a:cs typeface="+mn-cs"/>
            </a:rPr>
            <a:t>Our Solution can be used to understand the pricing compared to the watch quality generally. Another way to do this would be to visit an actual </a:t>
          </a:r>
          <a:r>
            <a:rPr lang="en-US" sz="1700" err="1">
              <a:latin typeface="Aptos"/>
              <a:ea typeface="+mn-ea"/>
              <a:cs typeface="+mn-cs"/>
            </a:rPr>
            <a:t>jewellery</a:t>
          </a:r>
          <a:r>
            <a:rPr lang="en-US" sz="1700">
              <a:latin typeface="Aptos"/>
              <a:ea typeface="+mn-ea"/>
              <a:cs typeface="+mn-cs"/>
            </a:rPr>
            <a:t> shop although this could involve bias based on the products they have available. Some limitations we faced include the lack of some aspects in the dataset, age, retail vs resell and availability</a:t>
          </a:r>
        </a:p>
      </dgm:t>
    </dgm:pt>
    <dgm:pt modelId="{94D5723F-5414-4B38-813B-78A76BABC93B}" type="parTrans" cxnId="{7D5E6595-66DF-443C-A176-CD824398AF8A}">
      <dgm:prSet/>
      <dgm:spPr/>
      <dgm:t>
        <a:bodyPr/>
        <a:lstStyle/>
        <a:p>
          <a:endParaRPr lang="en-US"/>
        </a:p>
      </dgm:t>
    </dgm:pt>
    <dgm:pt modelId="{C4FFBDF2-56B8-434B-A47B-40B14DCD1FEC}" type="sibTrans" cxnId="{7D5E6595-66DF-443C-A176-CD824398AF8A}">
      <dgm:prSet/>
      <dgm:spPr/>
      <dgm:t>
        <a:bodyPr/>
        <a:lstStyle/>
        <a:p>
          <a:endParaRPr lang="en-US"/>
        </a:p>
      </dgm:t>
    </dgm:pt>
    <dgm:pt modelId="{41B0CCA5-413A-4A1E-905D-591C5E179C11}" type="pres">
      <dgm:prSet presAssocID="{104A7F23-16A5-42BE-AC70-E95AA2B1F16C}" presName="hierChild1" presStyleCnt="0">
        <dgm:presLayoutVars>
          <dgm:chPref val="1"/>
          <dgm:dir/>
          <dgm:animOne val="branch"/>
          <dgm:animLvl val="lvl"/>
          <dgm:resizeHandles/>
        </dgm:presLayoutVars>
      </dgm:prSet>
      <dgm:spPr/>
    </dgm:pt>
    <dgm:pt modelId="{24783B19-FBBD-435E-941F-882B40A94FAE}" type="pres">
      <dgm:prSet presAssocID="{6335EF49-9F41-475A-914F-08AA4F27D1AF}" presName="hierRoot1" presStyleCnt="0"/>
      <dgm:spPr/>
    </dgm:pt>
    <dgm:pt modelId="{40058C6E-1237-4065-9914-20515136CBE6}" type="pres">
      <dgm:prSet presAssocID="{6335EF49-9F41-475A-914F-08AA4F27D1AF}" presName="composite" presStyleCnt="0"/>
      <dgm:spPr/>
    </dgm:pt>
    <dgm:pt modelId="{C0901974-FDC5-4C2D-BB6C-36BD9AAC4D52}" type="pres">
      <dgm:prSet presAssocID="{6335EF49-9F41-475A-914F-08AA4F27D1AF}" presName="background" presStyleLbl="node0" presStyleIdx="0" presStyleCnt="2"/>
      <dgm:spPr/>
    </dgm:pt>
    <dgm:pt modelId="{7935F993-2898-4D68-BC1D-1396EE83A8C3}" type="pres">
      <dgm:prSet presAssocID="{6335EF49-9F41-475A-914F-08AA4F27D1AF}" presName="text" presStyleLbl="fgAcc0" presStyleIdx="0" presStyleCnt="2">
        <dgm:presLayoutVars>
          <dgm:chPref val="3"/>
        </dgm:presLayoutVars>
      </dgm:prSet>
      <dgm:spPr/>
    </dgm:pt>
    <dgm:pt modelId="{A890312B-D260-4AB9-AE7E-FBA034A27251}" type="pres">
      <dgm:prSet presAssocID="{6335EF49-9F41-475A-914F-08AA4F27D1AF}" presName="hierChild2" presStyleCnt="0"/>
      <dgm:spPr/>
    </dgm:pt>
    <dgm:pt modelId="{AC1E6B65-1E1C-404B-873D-85CFB7BEE6B0}" type="pres">
      <dgm:prSet presAssocID="{476234CA-9231-47A7-B272-A593D7213649}" presName="hierRoot1" presStyleCnt="0"/>
      <dgm:spPr/>
    </dgm:pt>
    <dgm:pt modelId="{CE2F323C-1AE9-47DA-8425-A4D49EF930B8}" type="pres">
      <dgm:prSet presAssocID="{476234CA-9231-47A7-B272-A593D7213649}" presName="composite" presStyleCnt="0"/>
      <dgm:spPr/>
    </dgm:pt>
    <dgm:pt modelId="{53DC740B-089C-4B11-A8F2-6F9916A1360E}" type="pres">
      <dgm:prSet presAssocID="{476234CA-9231-47A7-B272-A593D7213649}" presName="background" presStyleLbl="node0" presStyleIdx="1" presStyleCnt="2"/>
      <dgm:spPr/>
    </dgm:pt>
    <dgm:pt modelId="{8A0F7188-3469-4585-BDCC-E380B11C8538}" type="pres">
      <dgm:prSet presAssocID="{476234CA-9231-47A7-B272-A593D7213649}" presName="text" presStyleLbl="fgAcc0" presStyleIdx="1" presStyleCnt="2">
        <dgm:presLayoutVars>
          <dgm:chPref val="3"/>
        </dgm:presLayoutVars>
      </dgm:prSet>
      <dgm:spPr/>
    </dgm:pt>
    <dgm:pt modelId="{AB1AC4DF-4FB2-48F9-8EE2-D96FF2671EF1}" type="pres">
      <dgm:prSet presAssocID="{476234CA-9231-47A7-B272-A593D7213649}" presName="hierChild2" presStyleCnt="0"/>
      <dgm:spPr/>
    </dgm:pt>
  </dgm:ptLst>
  <dgm:cxnLst>
    <dgm:cxn modelId="{8ECA2538-B85B-47FB-A084-FAA2C6C7D60C}" type="presOf" srcId="{6335EF49-9F41-475A-914F-08AA4F27D1AF}" destId="{7935F993-2898-4D68-BC1D-1396EE83A8C3}" srcOrd="0" destOrd="0" presId="urn:microsoft.com/office/officeart/2005/8/layout/hierarchy1"/>
    <dgm:cxn modelId="{C50BA73E-EA1E-4266-91C8-8FAB4ED29036}" type="presOf" srcId="{476234CA-9231-47A7-B272-A593D7213649}" destId="{8A0F7188-3469-4585-BDCC-E380B11C8538}" srcOrd="0" destOrd="0" presId="urn:microsoft.com/office/officeart/2005/8/layout/hierarchy1"/>
    <dgm:cxn modelId="{7D5E6595-66DF-443C-A176-CD824398AF8A}" srcId="{104A7F23-16A5-42BE-AC70-E95AA2B1F16C}" destId="{476234CA-9231-47A7-B272-A593D7213649}" srcOrd="1" destOrd="0" parTransId="{94D5723F-5414-4B38-813B-78A76BABC93B}" sibTransId="{C4FFBDF2-56B8-434B-A47B-40B14DCD1FEC}"/>
    <dgm:cxn modelId="{90338AA4-B074-463B-B264-1EC8FFBD0E92}" srcId="{104A7F23-16A5-42BE-AC70-E95AA2B1F16C}" destId="{6335EF49-9F41-475A-914F-08AA4F27D1AF}" srcOrd="0" destOrd="0" parTransId="{5B4E4C7D-8903-4A88-ACF8-4F34E8E24479}" sibTransId="{710DC482-2CE4-4795-8FDD-302EBB66255D}"/>
    <dgm:cxn modelId="{3A764AFA-FEF1-4F07-9558-C535B66DABCF}" type="presOf" srcId="{104A7F23-16A5-42BE-AC70-E95AA2B1F16C}" destId="{41B0CCA5-413A-4A1E-905D-591C5E179C11}" srcOrd="0" destOrd="0" presId="urn:microsoft.com/office/officeart/2005/8/layout/hierarchy1"/>
    <dgm:cxn modelId="{44DC7DB2-C7F4-4A82-BA0A-2D49C48309D9}" type="presParOf" srcId="{41B0CCA5-413A-4A1E-905D-591C5E179C11}" destId="{24783B19-FBBD-435E-941F-882B40A94FAE}" srcOrd="0" destOrd="0" presId="urn:microsoft.com/office/officeart/2005/8/layout/hierarchy1"/>
    <dgm:cxn modelId="{D0F7AD05-4643-43C8-8C9E-37E920D4872C}" type="presParOf" srcId="{24783B19-FBBD-435E-941F-882B40A94FAE}" destId="{40058C6E-1237-4065-9914-20515136CBE6}" srcOrd="0" destOrd="0" presId="urn:microsoft.com/office/officeart/2005/8/layout/hierarchy1"/>
    <dgm:cxn modelId="{3D5DB0AD-AA37-43C4-A484-F7869BDEB28F}" type="presParOf" srcId="{40058C6E-1237-4065-9914-20515136CBE6}" destId="{C0901974-FDC5-4C2D-BB6C-36BD9AAC4D52}" srcOrd="0" destOrd="0" presId="urn:microsoft.com/office/officeart/2005/8/layout/hierarchy1"/>
    <dgm:cxn modelId="{4B4188AB-6969-4EF9-AEB9-D73E5929BDE8}" type="presParOf" srcId="{40058C6E-1237-4065-9914-20515136CBE6}" destId="{7935F993-2898-4D68-BC1D-1396EE83A8C3}" srcOrd="1" destOrd="0" presId="urn:microsoft.com/office/officeart/2005/8/layout/hierarchy1"/>
    <dgm:cxn modelId="{A5F9B600-58F4-4912-8987-CE3F49955B12}" type="presParOf" srcId="{24783B19-FBBD-435E-941F-882B40A94FAE}" destId="{A890312B-D260-4AB9-AE7E-FBA034A27251}" srcOrd="1" destOrd="0" presId="urn:microsoft.com/office/officeart/2005/8/layout/hierarchy1"/>
    <dgm:cxn modelId="{092D425C-E468-417B-B63D-E0F855718D8E}" type="presParOf" srcId="{41B0CCA5-413A-4A1E-905D-591C5E179C11}" destId="{AC1E6B65-1E1C-404B-873D-85CFB7BEE6B0}" srcOrd="1" destOrd="0" presId="urn:microsoft.com/office/officeart/2005/8/layout/hierarchy1"/>
    <dgm:cxn modelId="{28318F35-4658-469B-8E71-14CF1EF0D85A}" type="presParOf" srcId="{AC1E6B65-1E1C-404B-873D-85CFB7BEE6B0}" destId="{CE2F323C-1AE9-47DA-8425-A4D49EF930B8}" srcOrd="0" destOrd="0" presId="urn:microsoft.com/office/officeart/2005/8/layout/hierarchy1"/>
    <dgm:cxn modelId="{F59743D8-3C91-44DA-B093-5D611C0B576F}" type="presParOf" srcId="{CE2F323C-1AE9-47DA-8425-A4D49EF930B8}" destId="{53DC740B-089C-4B11-A8F2-6F9916A1360E}" srcOrd="0" destOrd="0" presId="urn:microsoft.com/office/officeart/2005/8/layout/hierarchy1"/>
    <dgm:cxn modelId="{733E97AB-F847-47FA-BD79-83E273129132}" type="presParOf" srcId="{CE2F323C-1AE9-47DA-8425-A4D49EF930B8}" destId="{8A0F7188-3469-4585-BDCC-E380B11C8538}" srcOrd="1" destOrd="0" presId="urn:microsoft.com/office/officeart/2005/8/layout/hierarchy1"/>
    <dgm:cxn modelId="{E85EA534-8D6C-4823-9229-12B11A5C3EF6}" type="presParOf" srcId="{AC1E6B65-1E1C-404B-873D-85CFB7BEE6B0}" destId="{AB1AC4DF-4FB2-48F9-8EE2-D96FF2671EF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021D6D-C33E-4CB7-A62D-A1F9299A70A9}"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BD976B7F-079B-45CB-8388-F3B5D65B6DB8}">
      <dgm:prSet/>
      <dgm:spPr/>
      <dgm:t>
        <a:bodyPr/>
        <a:lstStyle/>
        <a:p>
          <a:r>
            <a:rPr lang="en-US"/>
            <a:t>Some of the limitations we discovered while completing this project included:</a:t>
          </a:r>
        </a:p>
      </dgm:t>
    </dgm:pt>
    <dgm:pt modelId="{02ECE945-F26E-4FE9-AB51-79DE910C289E}" type="parTrans" cxnId="{4DE66DD2-2FAB-4391-B05D-292B3E23A716}">
      <dgm:prSet/>
      <dgm:spPr/>
      <dgm:t>
        <a:bodyPr/>
        <a:lstStyle/>
        <a:p>
          <a:endParaRPr lang="en-US"/>
        </a:p>
      </dgm:t>
    </dgm:pt>
    <dgm:pt modelId="{216B90D0-8C50-45C5-9862-4C47C2984B06}" type="sibTrans" cxnId="{4DE66DD2-2FAB-4391-B05D-292B3E23A716}">
      <dgm:prSet/>
      <dgm:spPr/>
      <dgm:t>
        <a:bodyPr/>
        <a:lstStyle/>
        <a:p>
          <a:endParaRPr lang="en-US"/>
        </a:p>
      </dgm:t>
    </dgm:pt>
    <dgm:pt modelId="{49DEE5DB-1853-41FF-9078-99C26950DA97}">
      <dgm:prSet/>
      <dgm:spPr/>
      <dgm:t>
        <a:bodyPr/>
        <a:lstStyle/>
        <a:p>
          <a:r>
            <a:rPr lang="en-US"/>
            <a:t>The Strings within the dataset</a:t>
          </a:r>
        </a:p>
      </dgm:t>
    </dgm:pt>
    <dgm:pt modelId="{5F8CA4B3-719C-42AC-8547-F131EB481E64}" type="parTrans" cxnId="{6EFF1390-F3AC-4F1A-80F0-5E79E0253B27}">
      <dgm:prSet/>
      <dgm:spPr/>
      <dgm:t>
        <a:bodyPr/>
        <a:lstStyle/>
        <a:p>
          <a:endParaRPr lang="en-US"/>
        </a:p>
      </dgm:t>
    </dgm:pt>
    <dgm:pt modelId="{AC4019FF-B3F2-4DFF-B571-BF0989D5F8E1}" type="sibTrans" cxnId="{6EFF1390-F3AC-4F1A-80F0-5E79E0253B27}">
      <dgm:prSet/>
      <dgm:spPr/>
      <dgm:t>
        <a:bodyPr/>
        <a:lstStyle/>
        <a:p>
          <a:endParaRPr lang="en-US"/>
        </a:p>
      </dgm:t>
    </dgm:pt>
    <dgm:pt modelId="{7D85140C-AF15-423E-B8F6-03470F83C061}">
      <dgm:prSet/>
      <dgm:spPr/>
      <dgm:t>
        <a:bodyPr/>
        <a:lstStyle/>
        <a:p>
          <a:r>
            <a:rPr lang="en-US"/>
            <a:t>Missing Categories (Age, Availability, Retail vs Resell)</a:t>
          </a:r>
        </a:p>
      </dgm:t>
    </dgm:pt>
    <dgm:pt modelId="{C8D81142-40B4-4521-A961-D01566D21959}" type="parTrans" cxnId="{4CFA144F-12BE-45BD-9F12-02E81450FEC9}">
      <dgm:prSet/>
      <dgm:spPr/>
      <dgm:t>
        <a:bodyPr/>
        <a:lstStyle/>
        <a:p>
          <a:endParaRPr lang="en-US"/>
        </a:p>
      </dgm:t>
    </dgm:pt>
    <dgm:pt modelId="{C41C2702-3A0B-4897-B88A-4B05BB5D2C48}" type="sibTrans" cxnId="{4CFA144F-12BE-45BD-9F12-02E81450FEC9}">
      <dgm:prSet/>
      <dgm:spPr/>
      <dgm:t>
        <a:bodyPr/>
        <a:lstStyle/>
        <a:p>
          <a:endParaRPr lang="en-US"/>
        </a:p>
      </dgm:t>
    </dgm:pt>
    <dgm:pt modelId="{779FE714-6D03-42C3-94C8-32195FCCBBD3}">
      <dgm:prSet/>
      <dgm:spPr/>
      <dgm:t>
        <a:bodyPr/>
        <a:lstStyle/>
        <a:p>
          <a:r>
            <a:rPr lang="en-US"/>
            <a:t>Size of the Dataset</a:t>
          </a:r>
        </a:p>
      </dgm:t>
    </dgm:pt>
    <dgm:pt modelId="{E5ECD81A-94C0-46B7-BC84-304FA4C1DFE4}" type="parTrans" cxnId="{2C754AE1-F474-4601-9392-9CF069D87A33}">
      <dgm:prSet/>
      <dgm:spPr/>
      <dgm:t>
        <a:bodyPr/>
        <a:lstStyle/>
        <a:p>
          <a:endParaRPr lang="en-US"/>
        </a:p>
      </dgm:t>
    </dgm:pt>
    <dgm:pt modelId="{81D91CA2-ECB3-4035-B76B-FDE76E2032CF}" type="sibTrans" cxnId="{2C754AE1-F474-4601-9392-9CF069D87A33}">
      <dgm:prSet/>
      <dgm:spPr/>
      <dgm:t>
        <a:bodyPr/>
        <a:lstStyle/>
        <a:p>
          <a:endParaRPr lang="en-US"/>
        </a:p>
      </dgm:t>
    </dgm:pt>
    <dgm:pt modelId="{412FA44A-CC04-4D0B-AD41-9495AB37B2F4}" type="pres">
      <dgm:prSet presAssocID="{E1021D6D-C33E-4CB7-A62D-A1F9299A70A9}" presName="hierChild1" presStyleCnt="0">
        <dgm:presLayoutVars>
          <dgm:chPref val="1"/>
          <dgm:dir/>
          <dgm:animOne val="branch"/>
          <dgm:animLvl val="lvl"/>
          <dgm:resizeHandles/>
        </dgm:presLayoutVars>
      </dgm:prSet>
      <dgm:spPr/>
    </dgm:pt>
    <dgm:pt modelId="{D5EE9A03-0D35-46B5-962A-DADE3A76009B}" type="pres">
      <dgm:prSet presAssocID="{BD976B7F-079B-45CB-8388-F3B5D65B6DB8}" presName="hierRoot1" presStyleCnt="0"/>
      <dgm:spPr/>
    </dgm:pt>
    <dgm:pt modelId="{3FFA7313-21F9-4A11-BF3B-25BD6A3F3620}" type="pres">
      <dgm:prSet presAssocID="{BD976B7F-079B-45CB-8388-F3B5D65B6DB8}" presName="composite" presStyleCnt="0"/>
      <dgm:spPr/>
    </dgm:pt>
    <dgm:pt modelId="{36898DB2-4F59-4E3F-8003-2B9786A33FA0}" type="pres">
      <dgm:prSet presAssocID="{BD976B7F-079B-45CB-8388-F3B5D65B6DB8}" presName="background" presStyleLbl="node0" presStyleIdx="0" presStyleCnt="1"/>
      <dgm:spPr/>
    </dgm:pt>
    <dgm:pt modelId="{538B5D23-B05C-45F6-8821-74768539BC2F}" type="pres">
      <dgm:prSet presAssocID="{BD976B7F-079B-45CB-8388-F3B5D65B6DB8}" presName="text" presStyleLbl="fgAcc0" presStyleIdx="0" presStyleCnt="1">
        <dgm:presLayoutVars>
          <dgm:chPref val="3"/>
        </dgm:presLayoutVars>
      </dgm:prSet>
      <dgm:spPr/>
    </dgm:pt>
    <dgm:pt modelId="{957BDDD1-530E-49B8-BE23-C2A7A88A2B25}" type="pres">
      <dgm:prSet presAssocID="{BD976B7F-079B-45CB-8388-F3B5D65B6DB8}" presName="hierChild2" presStyleCnt="0"/>
      <dgm:spPr/>
    </dgm:pt>
    <dgm:pt modelId="{9C66747E-6E8E-4280-839F-A5C7D6F8E722}" type="pres">
      <dgm:prSet presAssocID="{5F8CA4B3-719C-42AC-8547-F131EB481E64}" presName="Name10" presStyleLbl="parChTrans1D2" presStyleIdx="0" presStyleCnt="3"/>
      <dgm:spPr/>
    </dgm:pt>
    <dgm:pt modelId="{A2EC98C8-6142-46BC-9EF5-D7066064B5E6}" type="pres">
      <dgm:prSet presAssocID="{49DEE5DB-1853-41FF-9078-99C26950DA97}" presName="hierRoot2" presStyleCnt="0"/>
      <dgm:spPr/>
    </dgm:pt>
    <dgm:pt modelId="{80039438-3D9C-4B7D-9D49-990B5FBDB099}" type="pres">
      <dgm:prSet presAssocID="{49DEE5DB-1853-41FF-9078-99C26950DA97}" presName="composite2" presStyleCnt="0"/>
      <dgm:spPr/>
    </dgm:pt>
    <dgm:pt modelId="{4A859F29-711F-4D72-9916-7801C95104E9}" type="pres">
      <dgm:prSet presAssocID="{49DEE5DB-1853-41FF-9078-99C26950DA97}" presName="background2" presStyleLbl="node2" presStyleIdx="0" presStyleCnt="3"/>
      <dgm:spPr/>
    </dgm:pt>
    <dgm:pt modelId="{F494E7FC-7527-48CE-83C4-B74919C40015}" type="pres">
      <dgm:prSet presAssocID="{49DEE5DB-1853-41FF-9078-99C26950DA97}" presName="text2" presStyleLbl="fgAcc2" presStyleIdx="0" presStyleCnt="3">
        <dgm:presLayoutVars>
          <dgm:chPref val="3"/>
        </dgm:presLayoutVars>
      </dgm:prSet>
      <dgm:spPr/>
    </dgm:pt>
    <dgm:pt modelId="{8375A2D3-D305-4304-8F5E-59794253A3D4}" type="pres">
      <dgm:prSet presAssocID="{49DEE5DB-1853-41FF-9078-99C26950DA97}" presName="hierChild3" presStyleCnt="0"/>
      <dgm:spPr/>
    </dgm:pt>
    <dgm:pt modelId="{68A385F3-6AC1-4D36-887A-8DC65D36C854}" type="pres">
      <dgm:prSet presAssocID="{C8D81142-40B4-4521-A961-D01566D21959}" presName="Name10" presStyleLbl="parChTrans1D2" presStyleIdx="1" presStyleCnt="3"/>
      <dgm:spPr/>
    </dgm:pt>
    <dgm:pt modelId="{E88579B7-494A-49F0-9095-9FE513929907}" type="pres">
      <dgm:prSet presAssocID="{7D85140C-AF15-423E-B8F6-03470F83C061}" presName="hierRoot2" presStyleCnt="0"/>
      <dgm:spPr/>
    </dgm:pt>
    <dgm:pt modelId="{E61E19AD-E47D-4EF3-A3BD-647A2FABFE1F}" type="pres">
      <dgm:prSet presAssocID="{7D85140C-AF15-423E-B8F6-03470F83C061}" presName="composite2" presStyleCnt="0"/>
      <dgm:spPr/>
    </dgm:pt>
    <dgm:pt modelId="{55715E31-D2E7-46D8-8F85-72C7508F1F96}" type="pres">
      <dgm:prSet presAssocID="{7D85140C-AF15-423E-B8F6-03470F83C061}" presName="background2" presStyleLbl="node2" presStyleIdx="1" presStyleCnt="3"/>
      <dgm:spPr/>
    </dgm:pt>
    <dgm:pt modelId="{2ECBA2A5-D053-4347-8DC4-FFB74F6EF18E}" type="pres">
      <dgm:prSet presAssocID="{7D85140C-AF15-423E-B8F6-03470F83C061}" presName="text2" presStyleLbl="fgAcc2" presStyleIdx="1" presStyleCnt="3">
        <dgm:presLayoutVars>
          <dgm:chPref val="3"/>
        </dgm:presLayoutVars>
      </dgm:prSet>
      <dgm:spPr/>
    </dgm:pt>
    <dgm:pt modelId="{348A4E9F-6C9E-4D09-9416-C88746F75DD8}" type="pres">
      <dgm:prSet presAssocID="{7D85140C-AF15-423E-B8F6-03470F83C061}" presName="hierChild3" presStyleCnt="0"/>
      <dgm:spPr/>
    </dgm:pt>
    <dgm:pt modelId="{3375C214-31B9-4459-85A6-F8516DEBB522}" type="pres">
      <dgm:prSet presAssocID="{E5ECD81A-94C0-46B7-BC84-304FA4C1DFE4}" presName="Name10" presStyleLbl="parChTrans1D2" presStyleIdx="2" presStyleCnt="3"/>
      <dgm:spPr/>
    </dgm:pt>
    <dgm:pt modelId="{D4BB6906-2EA8-4B34-B1DA-093E2FC3AA89}" type="pres">
      <dgm:prSet presAssocID="{779FE714-6D03-42C3-94C8-32195FCCBBD3}" presName="hierRoot2" presStyleCnt="0"/>
      <dgm:spPr/>
    </dgm:pt>
    <dgm:pt modelId="{F1754127-8F9F-4458-823B-99DF94F691A2}" type="pres">
      <dgm:prSet presAssocID="{779FE714-6D03-42C3-94C8-32195FCCBBD3}" presName="composite2" presStyleCnt="0"/>
      <dgm:spPr/>
    </dgm:pt>
    <dgm:pt modelId="{7FD12F2D-26C3-4D53-B2E2-F38B55080BE6}" type="pres">
      <dgm:prSet presAssocID="{779FE714-6D03-42C3-94C8-32195FCCBBD3}" presName="background2" presStyleLbl="node2" presStyleIdx="2" presStyleCnt="3"/>
      <dgm:spPr/>
    </dgm:pt>
    <dgm:pt modelId="{55B9E00A-A757-4102-9444-1A277248C8AB}" type="pres">
      <dgm:prSet presAssocID="{779FE714-6D03-42C3-94C8-32195FCCBBD3}" presName="text2" presStyleLbl="fgAcc2" presStyleIdx="2" presStyleCnt="3">
        <dgm:presLayoutVars>
          <dgm:chPref val="3"/>
        </dgm:presLayoutVars>
      </dgm:prSet>
      <dgm:spPr/>
    </dgm:pt>
    <dgm:pt modelId="{68112BBB-5176-4508-95C9-2E7D5C221E06}" type="pres">
      <dgm:prSet presAssocID="{779FE714-6D03-42C3-94C8-32195FCCBBD3}" presName="hierChild3" presStyleCnt="0"/>
      <dgm:spPr/>
    </dgm:pt>
  </dgm:ptLst>
  <dgm:cxnLst>
    <dgm:cxn modelId="{FC805E09-841F-4594-ADE2-829007B5DB99}" type="presOf" srcId="{5F8CA4B3-719C-42AC-8547-F131EB481E64}" destId="{9C66747E-6E8E-4280-839F-A5C7D6F8E722}" srcOrd="0" destOrd="0" presId="urn:microsoft.com/office/officeart/2005/8/layout/hierarchy1"/>
    <dgm:cxn modelId="{E307320D-15DA-4B89-BDF0-624FE56EED06}" type="presOf" srcId="{BD976B7F-079B-45CB-8388-F3B5D65B6DB8}" destId="{538B5D23-B05C-45F6-8821-74768539BC2F}" srcOrd="0" destOrd="0" presId="urn:microsoft.com/office/officeart/2005/8/layout/hierarchy1"/>
    <dgm:cxn modelId="{E04C0034-1BEC-48A0-BC27-3A992D24113E}" type="presOf" srcId="{779FE714-6D03-42C3-94C8-32195FCCBBD3}" destId="{55B9E00A-A757-4102-9444-1A277248C8AB}" srcOrd="0" destOrd="0" presId="urn:microsoft.com/office/officeart/2005/8/layout/hierarchy1"/>
    <dgm:cxn modelId="{50A7C760-8BBD-429E-BE38-DFD9375E9E33}" type="presOf" srcId="{E5ECD81A-94C0-46B7-BC84-304FA4C1DFE4}" destId="{3375C214-31B9-4459-85A6-F8516DEBB522}" srcOrd="0" destOrd="0" presId="urn:microsoft.com/office/officeart/2005/8/layout/hierarchy1"/>
    <dgm:cxn modelId="{4CFA144F-12BE-45BD-9F12-02E81450FEC9}" srcId="{BD976B7F-079B-45CB-8388-F3B5D65B6DB8}" destId="{7D85140C-AF15-423E-B8F6-03470F83C061}" srcOrd="1" destOrd="0" parTransId="{C8D81142-40B4-4521-A961-D01566D21959}" sibTransId="{C41C2702-3A0B-4897-B88A-4B05BB5D2C48}"/>
    <dgm:cxn modelId="{6EFF1390-F3AC-4F1A-80F0-5E79E0253B27}" srcId="{BD976B7F-079B-45CB-8388-F3B5D65B6DB8}" destId="{49DEE5DB-1853-41FF-9078-99C26950DA97}" srcOrd="0" destOrd="0" parTransId="{5F8CA4B3-719C-42AC-8547-F131EB481E64}" sibTransId="{AC4019FF-B3F2-4DFF-B571-BF0989D5F8E1}"/>
    <dgm:cxn modelId="{2362E1A8-11FE-4965-B72D-40B081CDFF69}" type="presOf" srcId="{7D85140C-AF15-423E-B8F6-03470F83C061}" destId="{2ECBA2A5-D053-4347-8DC4-FFB74F6EF18E}" srcOrd="0" destOrd="0" presId="urn:microsoft.com/office/officeart/2005/8/layout/hierarchy1"/>
    <dgm:cxn modelId="{392289A9-F178-47BA-AE05-EDC9A81D80A7}" type="presOf" srcId="{49DEE5DB-1853-41FF-9078-99C26950DA97}" destId="{F494E7FC-7527-48CE-83C4-B74919C40015}" srcOrd="0" destOrd="0" presId="urn:microsoft.com/office/officeart/2005/8/layout/hierarchy1"/>
    <dgm:cxn modelId="{4DE66DD2-2FAB-4391-B05D-292B3E23A716}" srcId="{E1021D6D-C33E-4CB7-A62D-A1F9299A70A9}" destId="{BD976B7F-079B-45CB-8388-F3B5D65B6DB8}" srcOrd="0" destOrd="0" parTransId="{02ECE945-F26E-4FE9-AB51-79DE910C289E}" sibTransId="{216B90D0-8C50-45C5-9862-4C47C2984B06}"/>
    <dgm:cxn modelId="{2C754AE1-F474-4601-9392-9CF069D87A33}" srcId="{BD976B7F-079B-45CB-8388-F3B5D65B6DB8}" destId="{779FE714-6D03-42C3-94C8-32195FCCBBD3}" srcOrd="2" destOrd="0" parTransId="{E5ECD81A-94C0-46B7-BC84-304FA4C1DFE4}" sibTransId="{81D91CA2-ECB3-4035-B76B-FDE76E2032CF}"/>
    <dgm:cxn modelId="{C1BC3BE7-77DB-4069-8171-0F6380F2934D}" type="presOf" srcId="{E1021D6D-C33E-4CB7-A62D-A1F9299A70A9}" destId="{412FA44A-CC04-4D0B-AD41-9495AB37B2F4}" srcOrd="0" destOrd="0" presId="urn:microsoft.com/office/officeart/2005/8/layout/hierarchy1"/>
    <dgm:cxn modelId="{78742EFB-2C01-49AB-A075-59BBEFAD56A1}" type="presOf" srcId="{C8D81142-40B4-4521-A961-D01566D21959}" destId="{68A385F3-6AC1-4D36-887A-8DC65D36C854}" srcOrd="0" destOrd="0" presId="urn:microsoft.com/office/officeart/2005/8/layout/hierarchy1"/>
    <dgm:cxn modelId="{9EF23F5E-1B64-4D25-A749-FF19C4E3AB5E}" type="presParOf" srcId="{412FA44A-CC04-4D0B-AD41-9495AB37B2F4}" destId="{D5EE9A03-0D35-46B5-962A-DADE3A76009B}" srcOrd="0" destOrd="0" presId="urn:microsoft.com/office/officeart/2005/8/layout/hierarchy1"/>
    <dgm:cxn modelId="{9CF5D52E-8786-4AD5-9FEA-06E051E13191}" type="presParOf" srcId="{D5EE9A03-0D35-46B5-962A-DADE3A76009B}" destId="{3FFA7313-21F9-4A11-BF3B-25BD6A3F3620}" srcOrd="0" destOrd="0" presId="urn:microsoft.com/office/officeart/2005/8/layout/hierarchy1"/>
    <dgm:cxn modelId="{0CA58C5D-3EBC-4281-9D0E-6BF3CDA18634}" type="presParOf" srcId="{3FFA7313-21F9-4A11-BF3B-25BD6A3F3620}" destId="{36898DB2-4F59-4E3F-8003-2B9786A33FA0}" srcOrd="0" destOrd="0" presId="urn:microsoft.com/office/officeart/2005/8/layout/hierarchy1"/>
    <dgm:cxn modelId="{3C9C7902-1169-4984-A6B2-885C373A7756}" type="presParOf" srcId="{3FFA7313-21F9-4A11-BF3B-25BD6A3F3620}" destId="{538B5D23-B05C-45F6-8821-74768539BC2F}" srcOrd="1" destOrd="0" presId="urn:microsoft.com/office/officeart/2005/8/layout/hierarchy1"/>
    <dgm:cxn modelId="{15ECA8DF-0ECF-4D39-8DC9-2A2AFDEDCEBA}" type="presParOf" srcId="{D5EE9A03-0D35-46B5-962A-DADE3A76009B}" destId="{957BDDD1-530E-49B8-BE23-C2A7A88A2B25}" srcOrd="1" destOrd="0" presId="urn:microsoft.com/office/officeart/2005/8/layout/hierarchy1"/>
    <dgm:cxn modelId="{DA3A54EC-01CD-4114-9DB6-9D7E077D75DA}" type="presParOf" srcId="{957BDDD1-530E-49B8-BE23-C2A7A88A2B25}" destId="{9C66747E-6E8E-4280-839F-A5C7D6F8E722}" srcOrd="0" destOrd="0" presId="urn:microsoft.com/office/officeart/2005/8/layout/hierarchy1"/>
    <dgm:cxn modelId="{7F2BC13B-81F5-4206-B51B-3410BFFA890D}" type="presParOf" srcId="{957BDDD1-530E-49B8-BE23-C2A7A88A2B25}" destId="{A2EC98C8-6142-46BC-9EF5-D7066064B5E6}" srcOrd="1" destOrd="0" presId="urn:microsoft.com/office/officeart/2005/8/layout/hierarchy1"/>
    <dgm:cxn modelId="{ECD0B732-F198-4A3A-8CAC-04E7172A68A8}" type="presParOf" srcId="{A2EC98C8-6142-46BC-9EF5-D7066064B5E6}" destId="{80039438-3D9C-4B7D-9D49-990B5FBDB099}" srcOrd="0" destOrd="0" presId="urn:microsoft.com/office/officeart/2005/8/layout/hierarchy1"/>
    <dgm:cxn modelId="{F7E60D6C-97B6-41D8-838B-C9EB860BD2CF}" type="presParOf" srcId="{80039438-3D9C-4B7D-9D49-990B5FBDB099}" destId="{4A859F29-711F-4D72-9916-7801C95104E9}" srcOrd="0" destOrd="0" presId="urn:microsoft.com/office/officeart/2005/8/layout/hierarchy1"/>
    <dgm:cxn modelId="{5E862292-3BF1-41B9-BAB8-84BFCC8A03C6}" type="presParOf" srcId="{80039438-3D9C-4B7D-9D49-990B5FBDB099}" destId="{F494E7FC-7527-48CE-83C4-B74919C40015}" srcOrd="1" destOrd="0" presId="urn:microsoft.com/office/officeart/2005/8/layout/hierarchy1"/>
    <dgm:cxn modelId="{AD9039EE-6294-49A6-93B8-48DE186F7EAC}" type="presParOf" srcId="{A2EC98C8-6142-46BC-9EF5-D7066064B5E6}" destId="{8375A2D3-D305-4304-8F5E-59794253A3D4}" srcOrd="1" destOrd="0" presId="urn:microsoft.com/office/officeart/2005/8/layout/hierarchy1"/>
    <dgm:cxn modelId="{BD81A103-A9DC-4A91-B3FC-B6F714ABFA2D}" type="presParOf" srcId="{957BDDD1-530E-49B8-BE23-C2A7A88A2B25}" destId="{68A385F3-6AC1-4D36-887A-8DC65D36C854}" srcOrd="2" destOrd="0" presId="urn:microsoft.com/office/officeart/2005/8/layout/hierarchy1"/>
    <dgm:cxn modelId="{7398B3D5-EAF5-40A3-9B72-73115DAB7D1B}" type="presParOf" srcId="{957BDDD1-530E-49B8-BE23-C2A7A88A2B25}" destId="{E88579B7-494A-49F0-9095-9FE513929907}" srcOrd="3" destOrd="0" presId="urn:microsoft.com/office/officeart/2005/8/layout/hierarchy1"/>
    <dgm:cxn modelId="{6A112133-0355-4012-BAE1-43CBDF1CDA23}" type="presParOf" srcId="{E88579B7-494A-49F0-9095-9FE513929907}" destId="{E61E19AD-E47D-4EF3-A3BD-647A2FABFE1F}" srcOrd="0" destOrd="0" presId="urn:microsoft.com/office/officeart/2005/8/layout/hierarchy1"/>
    <dgm:cxn modelId="{326C41F2-5F00-4A64-82D1-DF8BD227CA32}" type="presParOf" srcId="{E61E19AD-E47D-4EF3-A3BD-647A2FABFE1F}" destId="{55715E31-D2E7-46D8-8F85-72C7508F1F96}" srcOrd="0" destOrd="0" presId="urn:microsoft.com/office/officeart/2005/8/layout/hierarchy1"/>
    <dgm:cxn modelId="{13937AC2-5616-4A90-BB9C-4981F6F8B544}" type="presParOf" srcId="{E61E19AD-E47D-4EF3-A3BD-647A2FABFE1F}" destId="{2ECBA2A5-D053-4347-8DC4-FFB74F6EF18E}" srcOrd="1" destOrd="0" presId="urn:microsoft.com/office/officeart/2005/8/layout/hierarchy1"/>
    <dgm:cxn modelId="{517EA141-1951-40B5-9689-6EF8FF2EDDB1}" type="presParOf" srcId="{E88579B7-494A-49F0-9095-9FE513929907}" destId="{348A4E9F-6C9E-4D09-9416-C88746F75DD8}" srcOrd="1" destOrd="0" presId="urn:microsoft.com/office/officeart/2005/8/layout/hierarchy1"/>
    <dgm:cxn modelId="{33C2A16D-1E7B-4A3B-8F96-BAB8337CE605}" type="presParOf" srcId="{957BDDD1-530E-49B8-BE23-C2A7A88A2B25}" destId="{3375C214-31B9-4459-85A6-F8516DEBB522}" srcOrd="4" destOrd="0" presId="urn:microsoft.com/office/officeart/2005/8/layout/hierarchy1"/>
    <dgm:cxn modelId="{2EFE60EC-BD8B-4C54-9DC0-3C5D17FEDA2B}" type="presParOf" srcId="{957BDDD1-530E-49B8-BE23-C2A7A88A2B25}" destId="{D4BB6906-2EA8-4B34-B1DA-093E2FC3AA89}" srcOrd="5" destOrd="0" presId="urn:microsoft.com/office/officeart/2005/8/layout/hierarchy1"/>
    <dgm:cxn modelId="{43CC88A5-5BC5-4506-B462-29DB825CDBF7}" type="presParOf" srcId="{D4BB6906-2EA8-4B34-B1DA-093E2FC3AA89}" destId="{F1754127-8F9F-4458-823B-99DF94F691A2}" srcOrd="0" destOrd="0" presId="urn:microsoft.com/office/officeart/2005/8/layout/hierarchy1"/>
    <dgm:cxn modelId="{40ABDAD5-DA80-4186-886F-E09786963BBB}" type="presParOf" srcId="{F1754127-8F9F-4458-823B-99DF94F691A2}" destId="{7FD12F2D-26C3-4D53-B2E2-F38B55080BE6}" srcOrd="0" destOrd="0" presId="urn:microsoft.com/office/officeart/2005/8/layout/hierarchy1"/>
    <dgm:cxn modelId="{79987440-C72C-478E-8EBC-CC8B4E17EEA0}" type="presParOf" srcId="{F1754127-8F9F-4458-823B-99DF94F691A2}" destId="{55B9E00A-A757-4102-9444-1A277248C8AB}" srcOrd="1" destOrd="0" presId="urn:microsoft.com/office/officeart/2005/8/layout/hierarchy1"/>
    <dgm:cxn modelId="{202EE4AF-CD38-4E46-8850-ED41D5D17852}" type="presParOf" srcId="{D4BB6906-2EA8-4B34-B1DA-093E2FC3AA89}" destId="{68112BBB-5176-4508-95C9-2E7D5C221E0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66D5C-ADBD-4E68-AEC4-B581C8685C34}">
      <dsp:nvSpPr>
        <dsp:cNvPr id="0" name=""/>
        <dsp:cNvSpPr/>
      </dsp:nvSpPr>
      <dsp:spPr>
        <a:xfrm>
          <a:off x="205509" y="16405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3273D-6C09-4DBA-9CBA-5364D48C562B}">
      <dsp:nvSpPr>
        <dsp:cNvPr id="0" name=""/>
        <dsp:cNvSpPr/>
      </dsp:nvSpPr>
      <dsp:spPr>
        <a:xfrm>
          <a:off x="396960" y="1832017"/>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1DE7A3-152E-428E-8A49-B97B2EF47575}">
      <dsp:nvSpPr>
        <dsp:cNvPr id="0" name=""/>
        <dsp:cNvSpPr/>
      </dsp:nvSpPr>
      <dsp:spPr>
        <a:xfrm>
          <a:off x="1312541"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The dataset in which we have chosen is a luxury watch pricing dataset. The criteria in which this dataset contains includes brands, models, prices, cases, straps, movements, water resistance, case diameter, case thickness, band width, dial color, crystal material, complications and power reserves. </a:t>
          </a:r>
        </a:p>
      </dsp:txBody>
      <dsp:txXfrm>
        <a:off x="1312541" y="1640565"/>
        <a:ext cx="2148945" cy="911674"/>
      </dsp:txXfrm>
    </dsp:sp>
    <dsp:sp modelId="{275A440E-1D29-43A6-B2F5-E9C5FA6C8C60}">
      <dsp:nvSpPr>
        <dsp:cNvPr id="0" name=""/>
        <dsp:cNvSpPr/>
      </dsp:nvSpPr>
      <dsp:spPr>
        <a:xfrm>
          <a:off x="3835925" y="16405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0046C5-AA65-4AB8-A158-20597FDA1CEC}">
      <dsp:nvSpPr>
        <dsp:cNvPr id="0" name=""/>
        <dsp:cNvSpPr/>
      </dsp:nvSpPr>
      <dsp:spPr>
        <a:xfrm>
          <a:off x="4027376" y="1832017"/>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132ED6-7AEA-4437-B209-F0430889663F}">
      <dsp:nvSpPr>
        <dsp:cNvPr id="0" name=""/>
        <dsp:cNvSpPr/>
      </dsp:nvSpPr>
      <dsp:spPr>
        <a:xfrm>
          <a:off x="4942957"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The dataset has 14 columns and 508 rows. It is a publicly available dataset available on Kaggle. https://www.kaggle.com/datasets/rkiattisak/luxury-watches-price-dataset/data</a:t>
          </a:r>
        </a:p>
      </dsp:txBody>
      <dsp:txXfrm>
        <a:off x="4942957" y="1640565"/>
        <a:ext cx="2148945" cy="911674"/>
      </dsp:txXfrm>
    </dsp:sp>
    <dsp:sp modelId="{935E0B03-7711-49B8-8230-6CE70299B7F8}">
      <dsp:nvSpPr>
        <dsp:cNvPr id="0" name=""/>
        <dsp:cNvSpPr/>
      </dsp:nvSpPr>
      <dsp:spPr>
        <a:xfrm>
          <a:off x="7466341"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866CCA-F6AC-4970-8EAC-4F64FEB44C3E}">
      <dsp:nvSpPr>
        <dsp:cNvPr id="0" name=""/>
        <dsp:cNvSpPr/>
      </dsp:nvSpPr>
      <dsp:spPr>
        <a:xfrm>
          <a:off x="7657792" y="18320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79EF93-AA2D-460E-B19B-42A889C07F62}">
      <dsp:nvSpPr>
        <dsp:cNvPr id="0" name=""/>
        <dsp:cNvSpPr/>
      </dsp:nvSpPr>
      <dsp:spPr>
        <a:xfrm>
          <a:off x="8573374"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This dataset is useful for Businesses, Resellers, enthusiasts and individuals wishing to further expand their knowledge in the expertise</a:t>
          </a:r>
        </a:p>
      </dsp:txBody>
      <dsp:txXfrm>
        <a:off x="8573374" y="1640565"/>
        <a:ext cx="2148945" cy="9116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01974-FDC5-4C2D-BB6C-36BD9AAC4D52}">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35F993-2898-4D68-BC1D-1396EE83A8C3}">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Aptos" panose="020B0004020202020204"/>
              <a:ea typeface="+mn-ea"/>
              <a:cs typeface="+mn-cs"/>
            </a:rPr>
            <a:t>The Objective of this project is to evaluate and provide statistics on the pricing of these watches compared to the prestige of their branding and the condition they are in. We believe that these categories are important to compare as branding significantly influences the perceived value and resale potential of a luxury watch, </a:t>
          </a:r>
          <a:r>
            <a:rPr lang="en-US" sz="1700" kern="1200" err="1">
              <a:latin typeface="Aptos" panose="020B0004020202020204"/>
              <a:ea typeface="+mn-ea"/>
              <a:cs typeface="+mn-cs"/>
            </a:rPr>
            <a:t>aswell</a:t>
          </a:r>
          <a:r>
            <a:rPr lang="en-US" sz="1700" kern="1200">
              <a:latin typeface="Aptos" panose="020B0004020202020204"/>
              <a:ea typeface="+mn-ea"/>
              <a:cs typeface="+mn-cs"/>
            </a:rPr>
            <a:t> as the condition greatly affecting the collectability </a:t>
          </a:r>
          <a:r>
            <a:rPr lang="en-US" sz="1700" kern="1200" err="1">
              <a:latin typeface="Aptos" panose="020B0004020202020204"/>
              <a:ea typeface="+mn-ea"/>
              <a:cs typeface="+mn-cs"/>
            </a:rPr>
            <a:t>aswell</a:t>
          </a:r>
          <a:r>
            <a:rPr lang="en-US" sz="1700" kern="1200">
              <a:latin typeface="Aptos" panose="020B0004020202020204"/>
              <a:ea typeface="+mn-ea"/>
              <a:cs typeface="+mn-cs"/>
            </a:rPr>
            <a:t> as longevity of the singular watch itself.</a:t>
          </a:r>
        </a:p>
      </dsp:txBody>
      <dsp:txXfrm>
        <a:off x="608661" y="692298"/>
        <a:ext cx="4508047" cy="2799040"/>
      </dsp:txXfrm>
    </dsp:sp>
    <dsp:sp modelId="{53DC740B-089C-4B11-A8F2-6F9916A1360E}">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0F7188-3469-4585-BDCC-E380B11C8538}">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a:latin typeface="Aptos"/>
              <a:ea typeface="+mn-ea"/>
              <a:cs typeface="+mn-cs"/>
            </a:rPr>
            <a:t>Our Solution can be used to understand the pricing compared to the watch quality generally. Another way to do this would be to visit an actual </a:t>
          </a:r>
          <a:r>
            <a:rPr lang="en-US" sz="1700" kern="1200" err="1">
              <a:latin typeface="Aptos"/>
              <a:ea typeface="+mn-ea"/>
              <a:cs typeface="+mn-cs"/>
            </a:rPr>
            <a:t>jewellery</a:t>
          </a:r>
          <a:r>
            <a:rPr lang="en-US" sz="1700" kern="1200">
              <a:latin typeface="Aptos"/>
              <a:ea typeface="+mn-ea"/>
              <a:cs typeface="+mn-cs"/>
            </a:rPr>
            <a:t> shop although this could involve bias based on the products they have available. Some limitations we faced include the lack of some aspects in the dataset, age, retail vs resell and availability</a:t>
          </a:r>
        </a:p>
      </dsp:txBody>
      <dsp:txXfrm>
        <a:off x="6331365" y="692298"/>
        <a:ext cx="4508047" cy="2799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5C214-31B9-4459-85A6-F8516DEBB522}">
      <dsp:nvSpPr>
        <dsp:cNvPr id="0" name=""/>
        <dsp:cNvSpPr/>
      </dsp:nvSpPr>
      <dsp:spPr>
        <a:xfrm>
          <a:off x="5340923" y="1405930"/>
          <a:ext cx="2705811" cy="643860"/>
        </a:xfrm>
        <a:custGeom>
          <a:avLst/>
          <a:gdLst/>
          <a:ahLst/>
          <a:cxnLst/>
          <a:rect l="0" t="0" r="0" b="0"/>
          <a:pathLst>
            <a:path>
              <a:moveTo>
                <a:pt x="0" y="0"/>
              </a:moveTo>
              <a:lnTo>
                <a:pt x="0" y="438771"/>
              </a:lnTo>
              <a:lnTo>
                <a:pt x="2705811" y="438771"/>
              </a:lnTo>
              <a:lnTo>
                <a:pt x="2705811" y="64386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A385F3-6AC1-4D36-887A-8DC65D36C854}">
      <dsp:nvSpPr>
        <dsp:cNvPr id="0" name=""/>
        <dsp:cNvSpPr/>
      </dsp:nvSpPr>
      <dsp:spPr>
        <a:xfrm>
          <a:off x="5295203" y="1405930"/>
          <a:ext cx="91440" cy="643860"/>
        </a:xfrm>
        <a:custGeom>
          <a:avLst/>
          <a:gdLst/>
          <a:ahLst/>
          <a:cxnLst/>
          <a:rect l="0" t="0" r="0" b="0"/>
          <a:pathLst>
            <a:path>
              <a:moveTo>
                <a:pt x="45720" y="0"/>
              </a:moveTo>
              <a:lnTo>
                <a:pt x="45720" y="64386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66747E-6E8E-4280-839F-A5C7D6F8E722}">
      <dsp:nvSpPr>
        <dsp:cNvPr id="0" name=""/>
        <dsp:cNvSpPr/>
      </dsp:nvSpPr>
      <dsp:spPr>
        <a:xfrm>
          <a:off x="2635111" y="1405930"/>
          <a:ext cx="2705811" cy="643860"/>
        </a:xfrm>
        <a:custGeom>
          <a:avLst/>
          <a:gdLst/>
          <a:ahLst/>
          <a:cxnLst/>
          <a:rect l="0" t="0" r="0" b="0"/>
          <a:pathLst>
            <a:path>
              <a:moveTo>
                <a:pt x="2705811" y="0"/>
              </a:moveTo>
              <a:lnTo>
                <a:pt x="2705811" y="438771"/>
              </a:lnTo>
              <a:lnTo>
                <a:pt x="0" y="438771"/>
              </a:lnTo>
              <a:lnTo>
                <a:pt x="0" y="64386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898DB2-4F59-4E3F-8003-2B9786A33FA0}">
      <dsp:nvSpPr>
        <dsp:cNvPr id="0" name=""/>
        <dsp:cNvSpPr/>
      </dsp:nvSpPr>
      <dsp:spPr>
        <a:xfrm>
          <a:off x="4234000" y="138"/>
          <a:ext cx="2213845" cy="1405792"/>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8B5D23-B05C-45F6-8821-74768539BC2F}">
      <dsp:nvSpPr>
        <dsp:cNvPr id="0" name=""/>
        <dsp:cNvSpPr/>
      </dsp:nvSpPr>
      <dsp:spPr>
        <a:xfrm>
          <a:off x="4479983" y="233822"/>
          <a:ext cx="2213845" cy="1405792"/>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Some of the limitations we discovered while completing this project included:</a:t>
          </a:r>
        </a:p>
      </dsp:txBody>
      <dsp:txXfrm>
        <a:off x="4521157" y="274996"/>
        <a:ext cx="2131497" cy="1323444"/>
      </dsp:txXfrm>
    </dsp:sp>
    <dsp:sp modelId="{4A859F29-711F-4D72-9916-7801C95104E9}">
      <dsp:nvSpPr>
        <dsp:cNvPr id="0" name=""/>
        <dsp:cNvSpPr/>
      </dsp:nvSpPr>
      <dsp:spPr>
        <a:xfrm>
          <a:off x="1528188" y="2049790"/>
          <a:ext cx="2213845" cy="1405792"/>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94E7FC-7527-48CE-83C4-B74919C40015}">
      <dsp:nvSpPr>
        <dsp:cNvPr id="0" name=""/>
        <dsp:cNvSpPr/>
      </dsp:nvSpPr>
      <dsp:spPr>
        <a:xfrm>
          <a:off x="1774171" y="2283474"/>
          <a:ext cx="2213845" cy="1405792"/>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The Strings within the dataset</a:t>
          </a:r>
        </a:p>
      </dsp:txBody>
      <dsp:txXfrm>
        <a:off x="1815345" y="2324648"/>
        <a:ext cx="2131497" cy="1323444"/>
      </dsp:txXfrm>
    </dsp:sp>
    <dsp:sp modelId="{55715E31-D2E7-46D8-8F85-72C7508F1F96}">
      <dsp:nvSpPr>
        <dsp:cNvPr id="0" name=""/>
        <dsp:cNvSpPr/>
      </dsp:nvSpPr>
      <dsp:spPr>
        <a:xfrm>
          <a:off x="4234000" y="2049790"/>
          <a:ext cx="2213845" cy="1405792"/>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CBA2A5-D053-4347-8DC4-FFB74F6EF18E}">
      <dsp:nvSpPr>
        <dsp:cNvPr id="0" name=""/>
        <dsp:cNvSpPr/>
      </dsp:nvSpPr>
      <dsp:spPr>
        <a:xfrm>
          <a:off x="4479983" y="2283474"/>
          <a:ext cx="2213845" cy="1405792"/>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Missing Categories (Age, Availability, Retail vs Resell)</a:t>
          </a:r>
        </a:p>
      </dsp:txBody>
      <dsp:txXfrm>
        <a:off x="4521157" y="2324648"/>
        <a:ext cx="2131497" cy="1323444"/>
      </dsp:txXfrm>
    </dsp:sp>
    <dsp:sp modelId="{7FD12F2D-26C3-4D53-B2E2-F38B55080BE6}">
      <dsp:nvSpPr>
        <dsp:cNvPr id="0" name=""/>
        <dsp:cNvSpPr/>
      </dsp:nvSpPr>
      <dsp:spPr>
        <a:xfrm>
          <a:off x="6939811" y="2049790"/>
          <a:ext cx="2213845" cy="1405792"/>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B9E00A-A757-4102-9444-1A277248C8AB}">
      <dsp:nvSpPr>
        <dsp:cNvPr id="0" name=""/>
        <dsp:cNvSpPr/>
      </dsp:nvSpPr>
      <dsp:spPr>
        <a:xfrm>
          <a:off x="7185794" y="2283474"/>
          <a:ext cx="2213845" cy="1405792"/>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Size of the Dataset</a:t>
          </a:r>
        </a:p>
      </dsp:txBody>
      <dsp:txXfrm>
        <a:off x="7226968" y="2324648"/>
        <a:ext cx="2131497" cy="132344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ristwatch face">
            <a:extLst>
              <a:ext uri="{FF2B5EF4-FFF2-40B4-BE49-F238E27FC236}">
                <a16:creationId xmlns:a16="http://schemas.microsoft.com/office/drawing/2014/main" id="{EA75A86F-0E0B-2256-E157-5D1396D4D765}"/>
              </a:ext>
            </a:extLst>
          </p:cNvPr>
          <p:cNvPicPr>
            <a:picLocks noChangeAspect="1"/>
          </p:cNvPicPr>
          <p:nvPr/>
        </p:nvPicPr>
        <p:blipFill>
          <a:blip r:embed="rId2">
            <a:alphaModFix amt="50000"/>
          </a:blip>
          <a:srcRect t="819" r="-1" b="14889"/>
          <a:stretch>
            <a:fillRect/>
          </a:stretch>
        </p:blipFill>
        <p:spPr>
          <a:xfrm>
            <a:off x="20" y="10"/>
            <a:ext cx="12188931" cy="6857990"/>
          </a:xfrm>
          <a:prstGeom prst="rect">
            <a:avLst/>
          </a:prstGeom>
        </p:spPr>
      </p:pic>
      <p:sp>
        <p:nvSpPr>
          <p:cNvPr id="2" name="Title 1"/>
          <p:cNvSpPr>
            <a:spLocks noGrp="1"/>
          </p:cNvSpPr>
          <p:nvPr>
            <p:ph type="ctrTitle"/>
          </p:nvPr>
        </p:nvSpPr>
        <p:spPr>
          <a:xfrm>
            <a:off x="1527048" y="1124712"/>
            <a:ext cx="9144000" cy="3063240"/>
          </a:xfrm>
        </p:spPr>
        <p:txBody>
          <a:bodyPr>
            <a:normAutofit/>
          </a:bodyPr>
          <a:lstStyle/>
          <a:p>
            <a:r>
              <a:rPr lang="en-US" sz="6600">
                <a:solidFill>
                  <a:schemeClr val="bg1"/>
                </a:solidFill>
              </a:rPr>
              <a:t>IEESP – LUXURY WATCH</a:t>
            </a:r>
          </a:p>
        </p:txBody>
      </p:sp>
      <p:sp>
        <p:nvSpPr>
          <p:cNvPr id="3" name="Subtitle 2"/>
          <p:cNvSpPr>
            <a:spLocks noGrp="1"/>
          </p:cNvSpPr>
          <p:nvPr>
            <p:ph type="subTitle" idx="1"/>
          </p:nvPr>
        </p:nvSpPr>
        <p:spPr>
          <a:xfrm>
            <a:off x="1011410" y="4599432"/>
            <a:ext cx="10175277" cy="1227520"/>
          </a:xfrm>
        </p:spPr>
        <p:txBody>
          <a:bodyPr vert="horz" lIns="91440" tIns="45720" rIns="91440" bIns="45720" rtlCol="0">
            <a:normAutofit/>
          </a:bodyPr>
          <a:lstStyle/>
          <a:p>
            <a:r>
              <a:rPr lang="en-US">
                <a:solidFill>
                  <a:schemeClr val="bg1"/>
                </a:solidFill>
                <a:latin typeface="Aptos"/>
              </a:rPr>
              <a:t>Sean Kelly X00221555| David Burgos X00229142 | Daniel Alonso X00226363</a:t>
            </a:r>
            <a:endParaRPr lang="en-US">
              <a:solidFill>
                <a:schemeClr val="bg1"/>
              </a:solidFill>
            </a:endParaRPr>
          </a:p>
          <a:p>
            <a:endParaRPr lang="en-US">
              <a:solidFill>
                <a:schemeClr val="bg1"/>
              </a:solidFill>
            </a:endParaRPr>
          </a:p>
        </p:txBody>
      </p:sp>
      <p:sp>
        <p:nvSpPr>
          <p:cNvPr id="16"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76604F-FA84-3341-17E8-A2DAC9A5879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Dataset Acquisition</a:t>
            </a:r>
          </a:p>
        </p:txBody>
      </p:sp>
      <p:graphicFrame>
        <p:nvGraphicFramePr>
          <p:cNvPr id="5" name="Content Placeholder 2">
            <a:extLst>
              <a:ext uri="{FF2B5EF4-FFF2-40B4-BE49-F238E27FC236}">
                <a16:creationId xmlns:a16="http://schemas.microsoft.com/office/drawing/2014/main" id="{D153CA0B-D6D4-B1DA-0F43-9283F3A9D474}"/>
              </a:ext>
            </a:extLst>
          </p:cNvPr>
          <p:cNvGraphicFramePr>
            <a:graphicFrameLocks noGrp="1"/>
          </p:cNvGraphicFramePr>
          <p:nvPr>
            <p:ph idx="1"/>
            <p:extLst>
              <p:ext uri="{D42A27DB-BD31-4B8C-83A1-F6EECF244321}">
                <p14:modId xmlns:p14="http://schemas.microsoft.com/office/powerpoint/2010/main" val="394303387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184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BCAA8-72B9-4CA2-F92F-C50933604E47}"/>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Objective</a:t>
            </a:r>
          </a:p>
        </p:txBody>
      </p:sp>
      <p:graphicFrame>
        <p:nvGraphicFramePr>
          <p:cNvPr id="5" name="Content Placeholder 2">
            <a:extLst>
              <a:ext uri="{FF2B5EF4-FFF2-40B4-BE49-F238E27FC236}">
                <a16:creationId xmlns:a16="http://schemas.microsoft.com/office/drawing/2014/main" id="{E2DB84A4-4979-3618-9EEE-AF903242F601}"/>
              </a:ext>
            </a:extLst>
          </p:cNvPr>
          <p:cNvGraphicFramePr>
            <a:graphicFrameLocks noGrp="1"/>
          </p:cNvGraphicFramePr>
          <p:nvPr>
            <p:ph idx="1"/>
            <p:extLst>
              <p:ext uri="{D42A27DB-BD31-4B8C-83A1-F6EECF244321}">
                <p14:modId xmlns:p14="http://schemas.microsoft.com/office/powerpoint/2010/main" val="226355420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18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9ACF3-C895-2690-3AA3-33FFC4F61FE8}"/>
              </a:ext>
            </a:extLst>
          </p:cNvPr>
          <p:cNvSpPr>
            <a:spLocks noGrp="1"/>
          </p:cNvSpPr>
          <p:nvPr>
            <p:ph type="title"/>
          </p:nvPr>
        </p:nvSpPr>
        <p:spPr>
          <a:xfrm>
            <a:off x="761800" y="762001"/>
            <a:ext cx="5334197" cy="1708242"/>
          </a:xfrm>
        </p:spPr>
        <p:txBody>
          <a:bodyPr anchor="ctr">
            <a:normAutofit/>
          </a:bodyPr>
          <a:lstStyle/>
          <a:p>
            <a:r>
              <a:rPr lang="en-US" sz="4000"/>
              <a:t>AI System </a:t>
            </a:r>
          </a:p>
        </p:txBody>
      </p:sp>
      <p:sp>
        <p:nvSpPr>
          <p:cNvPr id="3" name="Content Placeholder 2">
            <a:extLst>
              <a:ext uri="{FF2B5EF4-FFF2-40B4-BE49-F238E27FC236}">
                <a16:creationId xmlns:a16="http://schemas.microsoft.com/office/drawing/2014/main" id="{AAFD0DCE-ADF8-FB08-386B-EDD8F3E427BB}"/>
              </a:ext>
            </a:extLst>
          </p:cNvPr>
          <p:cNvSpPr>
            <a:spLocks noGrp="1"/>
          </p:cNvSpPr>
          <p:nvPr>
            <p:ph idx="1"/>
          </p:nvPr>
        </p:nvSpPr>
        <p:spPr>
          <a:xfrm>
            <a:off x="761800" y="2087042"/>
            <a:ext cx="5334197" cy="3219257"/>
          </a:xfrm>
        </p:spPr>
        <p:txBody>
          <a:bodyPr vert="horz" lIns="91440" tIns="45720" rIns="91440" bIns="45720" rtlCol="0" anchor="ctr">
            <a:normAutofit/>
          </a:bodyPr>
          <a:lstStyle/>
          <a:p>
            <a:r>
              <a:rPr lang="en-US" sz="2000"/>
              <a:t>We plan to demo the AI user system by asking the user to input Brand, User Lifestyle and Price. With the information given, the system will take the information from the dataset and inform the user whether the watch seems like a good option for the price quoted compared to the user's lifestyle, aswell as how reliable the watch should be. </a:t>
            </a:r>
          </a:p>
          <a:p>
            <a:endParaRPr lang="en-US" sz="2000"/>
          </a:p>
        </p:txBody>
      </p:sp>
      <p:pic>
        <p:nvPicPr>
          <p:cNvPr id="5" name="Picture 4" descr="A blue wall clock showing the time 11:59">
            <a:extLst>
              <a:ext uri="{FF2B5EF4-FFF2-40B4-BE49-F238E27FC236}">
                <a16:creationId xmlns:a16="http://schemas.microsoft.com/office/drawing/2014/main" id="{80334AF9-FEE0-5511-A987-61AD7CA8CE27}"/>
              </a:ext>
            </a:extLst>
          </p:cNvPr>
          <p:cNvPicPr>
            <a:picLocks noChangeAspect="1"/>
          </p:cNvPicPr>
          <p:nvPr/>
        </p:nvPicPr>
        <p:blipFill>
          <a:blip r:embed="rId2"/>
          <a:srcRect l="2055" r="46379" b="7"/>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12255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4CBA64-893A-000B-1CE7-DC95679E018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Data shape and table </a:t>
            </a:r>
          </a:p>
        </p:txBody>
      </p:sp>
      <p:pic>
        <p:nvPicPr>
          <p:cNvPr id="4" name="Content Placeholder 3" descr="A screenshot of a computer program&#10;&#10;AI-generated content may be incorrect.">
            <a:extLst>
              <a:ext uri="{FF2B5EF4-FFF2-40B4-BE49-F238E27FC236}">
                <a16:creationId xmlns:a16="http://schemas.microsoft.com/office/drawing/2014/main" id="{3AC777CB-8D2A-03FE-AFBA-529C0CDD2EE4}"/>
              </a:ext>
            </a:extLst>
          </p:cNvPr>
          <p:cNvPicPr>
            <a:picLocks noGrp="1" noChangeAspect="1"/>
          </p:cNvPicPr>
          <p:nvPr>
            <p:ph idx="1"/>
          </p:nvPr>
        </p:nvPicPr>
        <p:blipFill>
          <a:blip r:embed="rId2"/>
          <a:stretch>
            <a:fillRect/>
          </a:stretch>
        </p:blipFill>
        <p:spPr>
          <a:xfrm>
            <a:off x="4777316" y="1639426"/>
            <a:ext cx="6780700" cy="3576818"/>
          </a:xfrm>
          <a:prstGeom prst="rect">
            <a:avLst/>
          </a:prstGeom>
        </p:spPr>
      </p:pic>
    </p:spTree>
    <p:extLst>
      <p:ext uri="{BB962C8B-B14F-4D97-AF65-F5344CB8AC3E}">
        <p14:creationId xmlns:p14="http://schemas.microsoft.com/office/powerpoint/2010/main" val="44989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C7C192-6D1B-3FE8-02A7-08056A417DD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Test Set Creation</a:t>
            </a:r>
          </a:p>
        </p:txBody>
      </p:sp>
      <p:pic>
        <p:nvPicPr>
          <p:cNvPr id="4" name="Content Placeholder 3" descr="A screen shot of a computer&#10;&#10;AI-generated content may be incorrect.">
            <a:extLst>
              <a:ext uri="{FF2B5EF4-FFF2-40B4-BE49-F238E27FC236}">
                <a16:creationId xmlns:a16="http://schemas.microsoft.com/office/drawing/2014/main" id="{32932971-A1B4-DF63-F0EC-29386D335ADF}"/>
              </a:ext>
            </a:extLst>
          </p:cNvPr>
          <p:cNvPicPr>
            <a:picLocks noGrp="1" noChangeAspect="1"/>
          </p:cNvPicPr>
          <p:nvPr>
            <p:ph idx="1"/>
          </p:nvPr>
        </p:nvPicPr>
        <p:blipFill>
          <a:blip r:embed="rId2"/>
          <a:stretch>
            <a:fillRect/>
          </a:stretch>
        </p:blipFill>
        <p:spPr>
          <a:xfrm>
            <a:off x="1518710" y="1675227"/>
            <a:ext cx="9154580" cy="4394199"/>
          </a:xfrm>
          <a:prstGeom prst="rect">
            <a:avLst/>
          </a:prstGeom>
        </p:spPr>
      </p:pic>
    </p:spTree>
    <p:extLst>
      <p:ext uri="{BB962C8B-B14F-4D97-AF65-F5344CB8AC3E}">
        <p14:creationId xmlns:p14="http://schemas.microsoft.com/office/powerpoint/2010/main" val="4128111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23B5D7-1DD3-6F99-2981-51EFF0DA3D1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Missing Values</a:t>
            </a:r>
          </a:p>
        </p:txBody>
      </p:sp>
      <p:pic>
        <p:nvPicPr>
          <p:cNvPr id="4" name="Content Placeholder 3" descr="A screenshot of a black and white screen&#10;&#10;AI-generated content may be incorrect.">
            <a:extLst>
              <a:ext uri="{FF2B5EF4-FFF2-40B4-BE49-F238E27FC236}">
                <a16:creationId xmlns:a16="http://schemas.microsoft.com/office/drawing/2014/main" id="{5626D4D1-23D9-0148-D519-CE333D74E00F}"/>
              </a:ext>
            </a:extLst>
          </p:cNvPr>
          <p:cNvPicPr>
            <a:picLocks noGrp="1" noChangeAspect="1"/>
          </p:cNvPicPr>
          <p:nvPr>
            <p:ph idx="1"/>
          </p:nvPr>
        </p:nvPicPr>
        <p:blipFill>
          <a:blip r:embed="rId2"/>
          <a:stretch>
            <a:fillRect/>
          </a:stretch>
        </p:blipFill>
        <p:spPr>
          <a:xfrm>
            <a:off x="643467" y="2536456"/>
            <a:ext cx="10905066" cy="2671740"/>
          </a:xfrm>
          <a:prstGeom prst="rect">
            <a:avLst/>
          </a:prstGeom>
        </p:spPr>
      </p:pic>
    </p:spTree>
    <p:extLst>
      <p:ext uri="{BB962C8B-B14F-4D97-AF65-F5344CB8AC3E}">
        <p14:creationId xmlns:p14="http://schemas.microsoft.com/office/powerpoint/2010/main" val="1827968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345DF6-EFFC-B2E3-1B15-3C384A663ED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Copying Dataset</a:t>
            </a:r>
          </a:p>
        </p:txBody>
      </p:sp>
      <p:pic>
        <p:nvPicPr>
          <p:cNvPr id="4" name="Content Placeholder 3" descr="A screenshot of a black screen&#10;&#10;AI-generated content may be incorrect.">
            <a:extLst>
              <a:ext uri="{FF2B5EF4-FFF2-40B4-BE49-F238E27FC236}">
                <a16:creationId xmlns:a16="http://schemas.microsoft.com/office/drawing/2014/main" id="{D3EC480E-7912-96EE-4033-724AD1CDD498}"/>
              </a:ext>
            </a:extLst>
          </p:cNvPr>
          <p:cNvPicPr>
            <a:picLocks noGrp="1" noChangeAspect="1"/>
          </p:cNvPicPr>
          <p:nvPr>
            <p:ph idx="1"/>
          </p:nvPr>
        </p:nvPicPr>
        <p:blipFill>
          <a:blip r:embed="rId2"/>
          <a:stretch>
            <a:fillRect/>
          </a:stretch>
        </p:blipFill>
        <p:spPr>
          <a:xfrm>
            <a:off x="643467" y="2318355"/>
            <a:ext cx="10905066" cy="3107942"/>
          </a:xfrm>
          <a:prstGeom prst="rect">
            <a:avLst/>
          </a:prstGeom>
        </p:spPr>
      </p:pic>
    </p:spTree>
    <p:extLst>
      <p:ext uri="{BB962C8B-B14F-4D97-AF65-F5344CB8AC3E}">
        <p14:creationId xmlns:p14="http://schemas.microsoft.com/office/powerpoint/2010/main" val="242156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B7AE50-77D6-AE69-72BF-939580A4344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Dataset Cleaning</a:t>
            </a:r>
          </a:p>
        </p:txBody>
      </p:sp>
      <p:pic>
        <p:nvPicPr>
          <p:cNvPr id="4" name="Content Placeholder 3" descr="A screen shot of a computer program&#10;&#10;AI-generated content may be incorrect.">
            <a:extLst>
              <a:ext uri="{FF2B5EF4-FFF2-40B4-BE49-F238E27FC236}">
                <a16:creationId xmlns:a16="http://schemas.microsoft.com/office/drawing/2014/main" id="{6D15A3D0-20AC-B952-1954-CA31FEAD96BA}"/>
              </a:ext>
            </a:extLst>
          </p:cNvPr>
          <p:cNvPicPr>
            <a:picLocks noGrp="1" noChangeAspect="1"/>
          </p:cNvPicPr>
          <p:nvPr>
            <p:ph idx="1"/>
          </p:nvPr>
        </p:nvPicPr>
        <p:blipFill>
          <a:blip r:embed="rId2"/>
          <a:stretch>
            <a:fillRect/>
          </a:stretch>
        </p:blipFill>
        <p:spPr>
          <a:xfrm>
            <a:off x="643467" y="1841258"/>
            <a:ext cx="10905066" cy="4062137"/>
          </a:xfrm>
          <a:prstGeom prst="rect">
            <a:avLst/>
          </a:prstGeom>
        </p:spPr>
      </p:pic>
    </p:spTree>
    <p:extLst>
      <p:ext uri="{BB962C8B-B14F-4D97-AF65-F5344CB8AC3E}">
        <p14:creationId xmlns:p14="http://schemas.microsoft.com/office/powerpoint/2010/main" val="1033734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6A6863E-7D75-9E1F-F7EE-AB525677C8B1}"/>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Feature Selection and Pre-Processing</a:t>
            </a:r>
          </a:p>
        </p:txBody>
      </p:sp>
      <p:sp>
        <p:nvSpPr>
          <p:cNvPr id="3" name="Content Placeholder 2">
            <a:extLst>
              <a:ext uri="{FF2B5EF4-FFF2-40B4-BE49-F238E27FC236}">
                <a16:creationId xmlns:a16="http://schemas.microsoft.com/office/drawing/2014/main" id="{0CF106F1-0F56-AB64-5166-88C2DEC36AE0}"/>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en-US" sz="1800">
                <a:solidFill>
                  <a:schemeClr val="tx2"/>
                </a:solidFill>
                <a:latin typeface="Aptos"/>
              </a:rPr>
              <a:t>The Features we have decided are most important to take into consideration are Brand and Prices (USD). Branding is a huge consideration in pricing especially in the watch industry and so we believe this correlation is most important. These are Found in the 1st and 13th column.</a:t>
            </a:r>
          </a:p>
          <a:p>
            <a:endParaRPr lang="en-US" sz="1800">
              <a:solidFill>
                <a:schemeClr val="tx2"/>
              </a:solidFill>
            </a:endParaRPr>
          </a:p>
        </p:txBody>
      </p:sp>
    </p:spTree>
    <p:extLst>
      <p:ext uri="{BB962C8B-B14F-4D97-AF65-F5344CB8AC3E}">
        <p14:creationId xmlns:p14="http://schemas.microsoft.com/office/powerpoint/2010/main" val="1397653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838B68-C15A-5893-283A-556B11CEBE49}"/>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Feature Selection</a:t>
            </a:r>
          </a:p>
        </p:txBody>
      </p:sp>
      <p:pic>
        <p:nvPicPr>
          <p:cNvPr id="6" name="Picture 5" descr="A screen shot of a computer&#10;&#10;AI-generated content may be incorrect.">
            <a:extLst>
              <a:ext uri="{FF2B5EF4-FFF2-40B4-BE49-F238E27FC236}">
                <a16:creationId xmlns:a16="http://schemas.microsoft.com/office/drawing/2014/main" id="{C05279D0-C4CC-CF64-8136-D13C84A5C85E}"/>
              </a:ext>
            </a:extLst>
          </p:cNvPr>
          <p:cNvPicPr>
            <a:picLocks noChangeAspect="1"/>
          </p:cNvPicPr>
          <p:nvPr/>
        </p:nvPicPr>
        <p:blipFill>
          <a:blip r:embed="rId2"/>
          <a:stretch>
            <a:fillRect/>
          </a:stretch>
        </p:blipFill>
        <p:spPr>
          <a:xfrm>
            <a:off x="715748" y="2519055"/>
            <a:ext cx="5131088" cy="3322379"/>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A0892818-0882-519A-2943-492BD1478AC6}"/>
              </a:ext>
            </a:extLst>
          </p:cNvPr>
          <p:cNvPicPr>
            <a:picLocks noGrp="1" noChangeAspect="1"/>
          </p:cNvPicPr>
          <p:nvPr>
            <p:ph idx="1"/>
          </p:nvPr>
        </p:nvPicPr>
        <p:blipFill>
          <a:blip r:embed="rId3"/>
          <a:stretch>
            <a:fillRect/>
          </a:stretch>
        </p:blipFill>
        <p:spPr>
          <a:xfrm>
            <a:off x="6345165" y="2217815"/>
            <a:ext cx="2968389" cy="3997831"/>
          </a:xfrm>
          <a:prstGeom prst="rect">
            <a:avLst/>
          </a:prstGeom>
        </p:spPr>
      </p:pic>
    </p:spTree>
    <p:extLst>
      <p:ext uri="{BB962C8B-B14F-4D97-AF65-F5344CB8AC3E}">
        <p14:creationId xmlns:p14="http://schemas.microsoft.com/office/powerpoint/2010/main" val="280103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5A6DBF-0ED0-FB21-0E91-AEE18C64B6F8}"/>
              </a:ext>
            </a:extLst>
          </p:cNvPr>
          <p:cNvSpPr>
            <a:spLocks noGrp="1"/>
          </p:cNvSpPr>
          <p:nvPr>
            <p:ph type="title"/>
          </p:nvPr>
        </p:nvSpPr>
        <p:spPr>
          <a:xfrm>
            <a:off x="1046746" y="586822"/>
            <a:ext cx="3560252" cy="1645920"/>
          </a:xfrm>
        </p:spPr>
        <p:txBody>
          <a:bodyPr>
            <a:normAutofit/>
          </a:bodyPr>
          <a:lstStyle/>
          <a:p>
            <a:r>
              <a:rPr lang="en-GB" sz="3200"/>
              <a:t>Models Training</a:t>
            </a:r>
          </a:p>
        </p:txBody>
      </p:sp>
      <p:sp>
        <p:nvSpPr>
          <p:cNvPr id="35" name="Rectangle 3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6323EC7-6935-D56A-0541-E788C7D8825F}"/>
              </a:ext>
            </a:extLst>
          </p:cNvPr>
          <p:cNvSpPr>
            <a:spLocks noGrp="1"/>
          </p:cNvSpPr>
          <p:nvPr>
            <p:ph idx="1"/>
          </p:nvPr>
        </p:nvSpPr>
        <p:spPr>
          <a:xfrm>
            <a:off x="5351164" y="586822"/>
            <a:ext cx="6002636" cy="1645920"/>
          </a:xfrm>
        </p:spPr>
        <p:txBody>
          <a:bodyPr vert="horz" lIns="91440" tIns="45720" rIns="91440" bIns="45720" rtlCol="0" anchor="ctr">
            <a:normAutofit/>
          </a:bodyPr>
          <a:lstStyle/>
          <a:p>
            <a:r>
              <a:rPr lang="en-GB" sz="1800">
                <a:ea typeface="+mn-lt"/>
                <a:cs typeface="+mn-lt"/>
              </a:rPr>
              <a:t>To keep the price precise, we classify the watches in terms of the price with a simple function. It will also allow us to train classification models.</a:t>
            </a:r>
          </a:p>
          <a:p>
            <a:endParaRPr lang="en-GB" sz="1800"/>
          </a:p>
        </p:txBody>
      </p:sp>
      <p:pic>
        <p:nvPicPr>
          <p:cNvPr id="4" name="Picture 3" descr="A screenshot of a computer&#10;&#10;AI-generated content may be incorrect.">
            <a:extLst>
              <a:ext uri="{FF2B5EF4-FFF2-40B4-BE49-F238E27FC236}">
                <a16:creationId xmlns:a16="http://schemas.microsoft.com/office/drawing/2014/main" id="{F7D504C6-F406-7539-C40A-B5BE485F059B}"/>
              </a:ext>
            </a:extLst>
          </p:cNvPr>
          <p:cNvPicPr>
            <a:picLocks noChangeAspect="1"/>
          </p:cNvPicPr>
          <p:nvPr/>
        </p:nvPicPr>
        <p:blipFill>
          <a:blip r:embed="rId2"/>
          <a:stretch>
            <a:fillRect/>
          </a:stretch>
        </p:blipFill>
        <p:spPr>
          <a:xfrm>
            <a:off x="557784" y="3457198"/>
            <a:ext cx="11164824" cy="2037580"/>
          </a:xfrm>
          <a:prstGeom prst="rect">
            <a:avLst/>
          </a:prstGeom>
        </p:spPr>
      </p:pic>
    </p:spTree>
    <p:extLst>
      <p:ext uri="{BB962C8B-B14F-4D97-AF65-F5344CB8AC3E}">
        <p14:creationId xmlns:p14="http://schemas.microsoft.com/office/powerpoint/2010/main" val="86495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E6D2D34-4BB4-460B-8844-027610FB2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C1124A-411A-BD46-6CF3-45770B1922DE}"/>
              </a:ext>
            </a:extLst>
          </p:cNvPr>
          <p:cNvSpPr>
            <a:spLocks noGrp="1"/>
          </p:cNvSpPr>
          <p:nvPr>
            <p:ph type="title"/>
          </p:nvPr>
        </p:nvSpPr>
        <p:spPr>
          <a:xfrm>
            <a:off x="7185619" y="720577"/>
            <a:ext cx="4977976" cy="1455996"/>
          </a:xfrm>
        </p:spPr>
        <p:txBody>
          <a:bodyPr anchor="b">
            <a:normAutofit/>
          </a:bodyPr>
          <a:lstStyle/>
          <a:p>
            <a:r>
              <a:rPr lang="en-GB" sz="3600">
                <a:solidFill>
                  <a:schemeClr val="tx2"/>
                </a:solidFill>
              </a:rPr>
              <a:t>Models Training</a:t>
            </a:r>
          </a:p>
        </p:txBody>
      </p:sp>
      <p:pic>
        <p:nvPicPr>
          <p:cNvPr id="8" name="Picture 7" descr="A screen shot of a computer program&#10;&#10;AI-generated content may be incorrect.">
            <a:extLst>
              <a:ext uri="{FF2B5EF4-FFF2-40B4-BE49-F238E27FC236}">
                <a16:creationId xmlns:a16="http://schemas.microsoft.com/office/drawing/2014/main" id="{DC28CA0B-16DC-39FA-8EB4-BC4FEEF670A4}"/>
              </a:ext>
            </a:extLst>
          </p:cNvPr>
          <p:cNvPicPr>
            <a:picLocks noChangeAspect="1"/>
          </p:cNvPicPr>
          <p:nvPr/>
        </p:nvPicPr>
        <p:blipFill>
          <a:blip r:embed="rId2"/>
          <a:stretch>
            <a:fillRect/>
          </a:stretch>
        </p:blipFill>
        <p:spPr>
          <a:xfrm>
            <a:off x="495454" y="1087424"/>
            <a:ext cx="5603365" cy="1894883"/>
          </a:xfrm>
          <a:prstGeom prst="rect">
            <a:avLst/>
          </a:prstGeom>
        </p:spPr>
      </p:pic>
      <p:grpSp>
        <p:nvGrpSpPr>
          <p:cNvPr id="40" name="Group 39">
            <a:extLst>
              <a:ext uri="{FF2B5EF4-FFF2-40B4-BE49-F238E27FC236}">
                <a16:creationId xmlns:a16="http://schemas.microsoft.com/office/drawing/2014/main" id="{C5314570-9B06-4D37-8CBD-EDD67C2FA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34" name="Freeform: Shape 33">
              <a:extLst>
                <a:ext uri="{FF2B5EF4-FFF2-40B4-BE49-F238E27FC236}">
                  <a16:creationId xmlns:a16="http://schemas.microsoft.com/office/drawing/2014/main" id="{A204F55B-358D-4FB5-9979-6724C6415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34">
              <a:extLst>
                <a:ext uri="{FF2B5EF4-FFF2-40B4-BE49-F238E27FC236}">
                  <a16:creationId xmlns:a16="http://schemas.microsoft.com/office/drawing/2014/main" id="{C4F77C62-9DDF-48D3-A074-159A3276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EB07022-F30B-49CA-B1DD-A826815C4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2" name="Freeform: Shape 36">
              <a:extLst>
                <a:ext uri="{FF2B5EF4-FFF2-40B4-BE49-F238E27FC236}">
                  <a16:creationId xmlns:a16="http://schemas.microsoft.com/office/drawing/2014/main" id="{F7C47E16-167C-48BF-9FC9-08787D34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computer screen shot of a program code&#10;&#10;AI-generated content may be incorrect.">
            <a:extLst>
              <a:ext uri="{FF2B5EF4-FFF2-40B4-BE49-F238E27FC236}">
                <a16:creationId xmlns:a16="http://schemas.microsoft.com/office/drawing/2014/main" id="{A7AAAA94-2E7D-C45B-F1E2-41E5E5F1073A}"/>
              </a:ext>
            </a:extLst>
          </p:cNvPr>
          <p:cNvPicPr>
            <a:picLocks noChangeAspect="1"/>
          </p:cNvPicPr>
          <p:nvPr/>
        </p:nvPicPr>
        <p:blipFill>
          <a:blip r:embed="rId3"/>
          <a:stretch>
            <a:fillRect/>
          </a:stretch>
        </p:blipFill>
        <p:spPr>
          <a:xfrm>
            <a:off x="495455" y="3429068"/>
            <a:ext cx="5581278" cy="1767775"/>
          </a:xfrm>
          <a:prstGeom prst="rect">
            <a:avLst/>
          </a:prstGeom>
        </p:spPr>
      </p:pic>
      <p:sp>
        <p:nvSpPr>
          <p:cNvPr id="6" name="Content Placeholder 5">
            <a:extLst>
              <a:ext uri="{FF2B5EF4-FFF2-40B4-BE49-F238E27FC236}">
                <a16:creationId xmlns:a16="http://schemas.microsoft.com/office/drawing/2014/main" id="{D97902F1-5A9D-0ACA-3A1D-22F105B53707}"/>
              </a:ext>
            </a:extLst>
          </p:cNvPr>
          <p:cNvSpPr>
            <a:spLocks noGrp="1"/>
          </p:cNvSpPr>
          <p:nvPr>
            <p:ph idx="1"/>
          </p:nvPr>
        </p:nvSpPr>
        <p:spPr>
          <a:xfrm>
            <a:off x="6090574" y="1847422"/>
            <a:ext cx="5850012" cy="4213549"/>
          </a:xfrm>
        </p:spPr>
        <p:txBody>
          <a:bodyPr vert="horz" lIns="91440" tIns="45720" rIns="91440" bIns="45720" rtlCol="0" anchor="ctr">
            <a:normAutofit/>
          </a:bodyPr>
          <a:lstStyle/>
          <a:p>
            <a:r>
              <a:rPr lang="en-GB" sz="2000">
                <a:solidFill>
                  <a:schemeClr val="tx2"/>
                </a:solidFill>
                <a:ea typeface="+mn-lt"/>
                <a:cs typeface="+mn-lt"/>
              </a:rPr>
              <a:t>These variables are used to train the models, where x contains all the watches' characteristics, such as the price, and y is the variable used for predicting the price and the category.</a:t>
            </a:r>
          </a:p>
          <a:p>
            <a:endParaRPr lang="en-GB" sz="1800">
              <a:solidFill>
                <a:schemeClr val="tx2"/>
              </a:solidFill>
            </a:endParaRPr>
          </a:p>
        </p:txBody>
      </p:sp>
    </p:spTree>
    <p:extLst>
      <p:ext uri="{BB962C8B-B14F-4D97-AF65-F5344CB8AC3E}">
        <p14:creationId xmlns:p14="http://schemas.microsoft.com/office/powerpoint/2010/main" val="3166724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960C2-A261-D432-ECFE-6DF5856DC94B}"/>
              </a:ext>
            </a:extLst>
          </p:cNvPr>
          <p:cNvSpPr>
            <a:spLocks noGrp="1"/>
          </p:cNvSpPr>
          <p:nvPr>
            <p:ph type="title"/>
          </p:nvPr>
        </p:nvSpPr>
        <p:spPr>
          <a:xfrm>
            <a:off x="630936" y="639520"/>
            <a:ext cx="3429000" cy="1719072"/>
          </a:xfrm>
        </p:spPr>
        <p:txBody>
          <a:bodyPr anchor="b">
            <a:normAutofit/>
          </a:bodyPr>
          <a:lstStyle/>
          <a:p>
            <a:r>
              <a:rPr lang="en-GB" sz="5400"/>
              <a:t>Random Forest</a:t>
            </a:r>
          </a:p>
        </p:txBody>
      </p:sp>
      <p:sp>
        <p:nvSpPr>
          <p:cNvPr id="24"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6A48E8-C369-925A-85AD-BDB20F680AC4}"/>
              </a:ext>
            </a:extLst>
          </p:cNvPr>
          <p:cNvSpPr>
            <a:spLocks noGrp="1"/>
          </p:cNvSpPr>
          <p:nvPr>
            <p:ph idx="1"/>
          </p:nvPr>
        </p:nvSpPr>
        <p:spPr>
          <a:xfrm>
            <a:off x="630936" y="2807208"/>
            <a:ext cx="3429000" cy="3410712"/>
          </a:xfrm>
        </p:spPr>
        <p:txBody>
          <a:bodyPr vert="horz" lIns="91440" tIns="45720" rIns="91440" bIns="45720" rtlCol="0" anchor="t">
            <a:normAutofit/>
          </a:bodyPr>
          <a:lstStyle/>
          <a:p>
            <a:endParaRPr lang="en-GB" sz="2200">
              <a:highlight>
                <a:srgbClr val="1F1F1F"/>
              </a:highlight>
              <a:latin typeface="Consolas"/>
            </a:endParaRPr>
          </a:p>
          <a:p>
            <a:r>
              <a:rPr lang="en-GB" sz="2200">
                <a:ea typeface="+mn-lt"/>
                <a:cs typeface="+mn-lt"/>
              </a:rPr>
              <a:t>We use random forest to predict the watches' price. This model builds decision trees on random subsets of the data.</a:t>
            </a:r>
          </a:p>
          <a:p>
            <a:endParaRPr lang="en-GB" sz="2200"/>
          </a:p>
        </p:txBody>
      </p:sp>
      <p:pic>
        <p:nvPicPr>
          <p:cNvPr id="4" name="Picture 3" descr="A screen shot of a graph&#10;&#10;AI-generated content may be incorrect.">
            <a:extLst>
              <a:ext uri="{FF2B5EF4-FFF2-40B4-BE49-F238E27FC236}">
                <a16:creationId xmlns:a16="http://schemas.microsoft.com/office/drawing/2014/main" id="{6537825A-07A8-C34F-F2E2-A808DD542940}"/>
              </a:ext>
            </a:extLst>
          </p:cNvPr>
          <p:cNvPicPr>
            <a:picLocks noChangeAspect="1"/>
          </p:cNvPicPr>
          <p:nvPr/>
        </p:nvPicPr>
        <p:blipFill>
          <a:blip r:embed="rId2"/>
          <a:srcRect r="36273" b="-273"/>
          <a:stretch>
            <a:fillRect/>
          </a:stretch>
        </p:blipFill>
        <p:spPr>
          <a:xfrm>
            <a:off x="5537775" y="964184"/>
            <a:ext cx="5986551" cy="4929646"/>
          </a:xfrm>
          <a:prstGeom prst="rect">
            <a:avLst/>
          </a:prstGeom>
        </p:spPr>
      </p:pic>
    </p:spTree>
    <p:extLst>
      <p:ext uri="{BB962C8B-B14F-4D97-AF65-F5344CB8AC3E}">
        <p14:creationId xmlns:p14="http://schemas.microsoft.com/office/powerpoint/2010/main" val="4044989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3F0C41-4BEE-4613-C1B0-600DAE411C96}"/>
              </a:ext>
            </a:extLst>
          </p:cNvPr>
          <p:cNvSpPr>
            <a:spLocks noGrp="1"/>
          </p:cNvSpPr>
          <p:nvPr>
            <p:ph type="title"/>
          </p:nvPr>
        </p:nvSpPr>
        <p:spPr>
          <a:xfrm>
            <a:off x="630936" y="640080"/>
            <a:ext cx="4818888" cy="1481328"/>
          </a:xfrm>
        </p:spPr>
        <p:txBody>
          <a:bodyPr anchor="b">
            <a:normAutofit/>
          </a:bodyPr>
          <a:lstStyle/>
          <a:p>
            <a:r>
              <a:rPr lang="en-GB" sz="5000"/>
              <a:t>Logistic Regression</a:t>
            </a:r>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A7D74C-8E66-32DF-1415-6358E9746E84}"/>
              </a:ext>
            </a:extLst>
          </p:cNvPr>
          <p:cNvSpPr>
            <a:spLocks noGrp="1"/>
          </p:cNvSpPr>
          <p:nvPr>
            <p:ph idx="1"/>
          </p:nvPr>
        </p:nvSpPr>
        <p:spPr>
          <a:xfrm>
            <a:off x="630936" y="2660904"/>
            <a:ext cx="4818888" cy="3547872"/>
          </a:xfrm>
        </p:spPr>
        <p:txBody>
          <a:bodyPr vert="horz" lIns="91440" tIns="45720" rIns="91440" bIns="45720" rtlCol="0" anchor="t">
            <a:normAutofit/>
          </a:bodyPr>
          <a:lstStyle/>
          <a:p>
            <a:endParaRPr lang="en-GB" sz="2200">
              <a:highlight>
                <a:srgbClr val="1F1F1F"/>
              </a:highlight>
              <a:latin typeface="Consolas"/>
            </a:endParaRPr>
          </a:p>
          <a:p>
            <a:r>
              <a:rPr lang="en-GB" sz="2200">
                <a:ea typeface="+mn-lt"/>
                <a:cs typeface="+mn-lt"/>
              </a:rPr>
              <a:t>The Logistic Regression is a linear model for binary classification that estimates probabilities. Outputs probabilities and let us know how it classifies each category.</a:t>
            </a:r>
          </a:p>
          <a:p>
            <a:endParaRPr lang="en-GB" sz="2200"/>
          </a:p>
        </p:txBody>
      </p:sp>
      <p:pic>
        <p:nvPicPr>
          <p:cNvPr id="4" name="Picture 3" descr="A screenshot of a graph&#10;&#10;AI-generated content may be incorrect.">
            <a:extLst>
              <a:ext uri="{FF2B5EF4-FFF2-40B4-BE49-F238E27FC236}">
                <a16:creationId xmlns:a16="http://schemas.microsoft.com/office/drawing/2014/main" id="{0AFB1A68-0EA5-E744-F470-25053EF088C3}"/>
              </a:ext>
            </a:extLst>
          </p:cNvPr>
          <p:cNvPicPr>
            <a:picLocks noChangeAspect="1"/>
          </p:cNvPicPr>
          <p:nvPr/>
        </p:nvPicPr>
        <p:blipFill>
          <a:blip r:embed="rId2"/>
          <a:srcRect t="-83" r="31498" b="229"/>
          <a:stretch>
            <a:fillRect/>
          </a:stretch>
        </p:blipFill>
        <p:spPr>
          <a:xfrm>
            <a:off x="6275745" y="865149"/>
            <a:ext cx="5502048" cy="5344600"/>
          </a:xfrm>
          <a:prstGeom prst="rect">
            <a:avLst/>
          </a:prstGeom>
        </p:spPr>
      </p:pic>
    </p:spTree>
    <p:extLst>
      <p:ext uri="{BB962C8B-B14F-4D97-AF65-F5344CB8AC3E}">
        <p14:creationId xmlns:p14="http://schemas.microsoft.com/office/powerpoint/2010/main" val="4166608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A0F016-7725-95F8-1CE1-5A1C063EC54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 Application</a:t>
            </a:r>
          </a:p>
        </p:txBody>
      </p:sp>
      <p:pic>
        <p:nvPicPr>
          <p:cNvPr id="3" name="Content Placeholder 2" descr="A screenshot of a computer&#10;&#10;AI-generated content may be incorrect.">
            <a:extLst>
              <a:ext uri="{FF2B5EF4-FFF2-40B4-BE49-F238E27FC236}">
                <a16:creationId xmlns:a16="http://schemas.microsoft.com/office/drawing/2014/main" id="{E4F4FF65-220F-8034-B8B9-112A46667752}"/>
              </a:ext>
            </a:extLst>
          </p:cNvPr>
          <p:cNvPicPr>
            <a:picLocks noGrp="1" noChangeAspect="1"/>
          </p:cNvPicPr>
          <p:nvPr>
            <p:ph idx="1"/>
          </p:nvPr>
        </p:nvPicPr>
        <p:blipFill>
          <a:blip r:embed="rId2"/>
          <a:srcRect l="3140" r="18411" b="221"/>
          <a:stretch>
            <a:fillRect/>
          </a:stretch>
        </p:blipFill>
        <p:spPr>
          <a:xfrm>
            <a:off x="540314" y="1401788"/>
            <a:ext cx="7337308" cy="5457313"/>
          </a:xfrm>
          <a:prstGeom prst="rect">
            <a:avLst/>
          </a:prstGeom>
        </p:spPr>
      </p:pic>
      <p:sp>
        <p:nvSpPr>
          <p:cNvPr id="4" name="TextBox 3">
            <a:extLst>
              <a:ext uri="{FF2B5EF4-FFF2-40B4-BE49-F238E27FC236}">
                <a16:creationId xmlns:a16="http://schemas.microsoft.com/office/drawing/2014/main" id="{0C544EEA-28DE-7897-0A2E-8BBB449A267D}"/>
              </a:ext>
            </a:extLst>
          </p:cNvPr>
          <p:cNvSpPr txBox="1"/>
          <p:nvPr/>
        </p:nvSpPr>
        <p:spPr>
          <a:xfrm>
            <a:off x="8545975" y="1986987"/>
            <a:ext cx="336630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Demo moved to HTML file as too big to show within a </a:t>
            </a:r>
            <a:r>
              <a:rPr lang="en-US" err="1"/>
              <a:t>jupyter</a:t>
            </a:r>
            <a:r>
              <a:rPr lang="en-US"/>
              <a:t> notebook</a:t>
            </a:r>
          </a:p>
        </p:txBody>
      </p:sp>
    </p:spTree>
    <p:extLst>
      <p:ext uri="{BB962C8B-B14F-4D97-AF65-F5344CB8AC3E}">
        <p14:creationId xmlns:p14="http://schemas.microsoft.com/office/powerpoint/2010/main" val="3694143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232E9D-8895-704F-FDD4-91B5877301D7}"/>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Limitations</a:t>
            </a:r>
          </a:p>
        </p:txBody>
      </p:sp>
      <p:graphicFrame>
        <p:nvGraphicFramePr>
          <p:cNvPr id="5" name="Content Placeholder 2">
            <a:extLst>
              <a:ext uri="{FF2B5EF4-FFF2-40B4-BE49-F238E27FC236}">
                <a16:creationId xmlns:a16="http://schemas.microsoft.com/office/drawing/2014/main" id="{9AF3389C-9234-8A89-6330-9B21F52E6F07}"/>
              </a:ext>
            </a:extLst>
          </p:cNvPr>
          <p:cNvGraphicFramePr>
            <a:graphicFrameLocks noGrp="1"/>
          </p:cNvGraphicFramePr>
          <p:nvPr>
            <p:ph idx="1"/>
            <p:extLst>
              <p:ext uri="{D42A27DB-BD31-4B8C-83A1-F6EECF244321}">
                <p14:modId xmlns:p14="http://schemas.microsoft.com/office/powerpoint/2010/main" val="427078302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2447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76A60397-18D3-38A0-4563-358A972AF9B0}"/>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Reflection</a:t>
            </a:r>
          </a:p>
        </p:txBody>
      </p:sp>
      <p:sp>
        <p:nvSpPr>
          <p:cNvPr id="3" name="Content Placeholder 2">
            <a:extLst>
              <a:ext uri="{FF2B5EF4-FFF2-40B4-BE49-F238E27FC236}">
                <a16:creationId xmlns:a16="http://schemas.microsoft.com/office/drawing/2014/main" id="{894B8D57-F9D7-85B2-095A-CC1E3AAB3827}"/>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r>
              <a:rPr lang="en-US" sz="1800">
                <a:solidFill>
                  <a:schemeClr val="tx2"/>
                </a:solidFill>
              </a:rPr>
              <a:t>Reflecting on our work, we believe: </a:t>
            </a:r>
          </a:p>
          <a:p>
            <a:r>
              <a:rPr lang="en-US" sz="1800">
                <a:solidFill>
                  <a:schemeClr val="tx2"/>
                </a:solidFill>
              </a:rPr>
              <a:t>We could develop on the current project to be more specific (Age, Retail vs Resell, Availability)</a:t>
            </a:r>
          </a:p>
          <a:p>
            <a:r>
              <a:rPr lang="en-US" sz="1800">
                <a:solidFill>
                  <a:schemeClr val="tx2"/>
                </a:solidFill>
              </a:rPr>
              <a:t>We learned more about Data Cleaning, Copies of datasets and Model Development</a:t>
            </a:r>
          </a:p>
          <a:p>
            <a:r>
              <a:rPr lang="en-US" sz="1800">
                <a:solidFill>
                  <a:schemeClr val="tx2"/>
                </a:solidFill>
              </a:rPr>
              <a:t>We now understand the importance of communication and teamwork while working with AI applications.</a:t>
            </a:r>
          </a:p>
          <a:p>
            <a:r>
              <a:rPr lang="en-US" sz="1800">
                <a:solidFill>
                  <a:schemeClr val="tx2"/>
                </a:solidFill>
              </a:rPr>
              <a:t>We could have inspected the workload before selecting a dataset(Relatively small)</a:t>
            </a:r>
          </a:p>
        </p:txBody>
      </p:sp>
    </p:spTree>
    <p:extLst>
      <p:ext uri="{BB962C8B-B14F-4D97-AF65-F5344CB8AC3E}">
        <p14:creationId xmlns:p14="http://schemas.microsoft.com/office/powerpoint/2010/main" val="134147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2FF48A-4452-A455-A67A-455150CB3DA5}"/>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Contribution</a:t>
            </a:r>
          </a:p>
        </p:txBody>
      </p:sp>
      <p:graphicFrame>
        <p:nvGraphicFramePr>
          <p:cNvPr id="4" name="Content Placeholder 3">
            <a:extLst>
              <a:ext uri="{FF2B5EF4-FFF2-40B4-BE49-F238E27FC236}">
                <a16:creationId xmlns:a16="http://schemas.microsoft.com/office/drawing/2014/main" id="{4735D2F9-24CC-80E3-D490-988E02140218}"/>
              </a:ext>
            </a:extLst>
          </p:cNvPr>
          <p:cNvGraphicFramePr>
            <a:graphicFrameLocks noGrp="1"/>
          </p:cNvGraphicFramePr>
          <p:nvPr>
            <p:ph idx="1"/>
            <p:extLst>
              <p:ext uri="{D42A27DB-BD31-4B8C-83A1-F6EECF244321}">
                <p14:modId xmlns:p14="http://schemas.microsoft.com/office/powerpoint/2010/main" val="3878119077"/>
              </p:ext>
            </p:extLst>
          </p:nvPr>
        </p:nvGraphicFramePr>
        <p:xfrm>
          <a:off x="132841" y="2356040"/>
          <a:ext cx="11651246" cy="4048300"/>
        </p:xfrm>
        <a:graphic>
          <a:graphicData uri="http://schemas.openxmlformats.org/drawingml/2006/table">
            <a:tbl>
              <a:tblPr firstRow="1" bandRow="1">
                <a:tableStyleId>{69012ECD-51FC-41F1-AA8D-1B2483CD663E}</a:tableStyleId>
              </a:tblPr>
              <a:tblGrid>
                <a:gridCol w="3990231">
                  <a:extLst>
                    <a:ext uri="{9D8B030D-6E8A-4147-A177-3AD203B41FA5}">
                      <a16:colId xmlns:a16="http://schemas.microsoft.com/office/drawing/2014/main" val="1387565168"/>
                    </a:ext>
                  </a:extLst>
                </a:gridCol>
                <a:gridCol w="4020795">
                  <a:extLst>
                    <a:ext uri="{9D8B030D-6E8A-4147-A177-3AD203B41FA5}">
                      <a16:colId xmlns:a16="http://schemas.microsoft.com/office/drawing/2014/main" val="2119195553"/>
                    </a:ext>
                  </a:extLst>
                </a:gridCol>
                <a:gridCol w="3640220">
                  <a:extLst>
                    <a:ext uri="{9D8B030D-6E8A-4147-A177-3AD203B41FA5}">
                      <a16:colId xmlns:a16="http://schemas.microsoft.com/office/drawing/2014/main" val="2764374256"/>
                    </a:ext>
                  </a:extLst>
                </a:gridCol>
              </a:tblGrid>
              <a:tr h="684912">
                <a:tc>
                  <a:txBody>
                    <a:bodyPr/>
                    <a:lstStyle/>
                    <a:p>
                      <a:r>
                        <a:rPr lang="en-US" sz="3000"/>
                        <a:t>Seán</a:t>
                      </a:r>
                    </a:p>
                  </a:txBody>
                  <a:tcPr marL="151507" marR="151507" marT="75754" marB="75754"/>
                </a:tc>
                <a:tc>
                  <a:txBody>
                    <a:bodyPr/>
                    <a:lstStyle/>
                    <a:p>
                      <a:r>
                        <a:rPr lang="en-US" sz="3000"/>
                        <a:t>Dani</a:t>
                      </a:r>
                    </a:p>
                  </a:txBody>
                  <a:tcPr marL="151507" marR="151507" marT="75754" marB="75754"/>
                </a:tc>
                <a:tc>
                  <a:txBody>
                    <a:bodyPr/>
                    <a:lstStyle/>
                    <a:p>
                      <a:r>
                        <a:rPr lang="en-US" sz="3000"/>
                        <a:t>David</a:t>
                      </a:r>
                    </a:p>
                  </a:txBody>
                  <a:tcPr marL="151507" marR="151507" marT="75754" marB="75754"/>
                </a:tc>
                <a:extLst>
                  <a:ext uri="{0D108BD9-81ED-4DB2-BD59-A6C34878D82A}">
                    <a16:rowId xmlns:a16="http://schemas.microsoft.com/office/drawing/2014/main" val="340048529"/>
                  </a:ext>
                </a:extLst>
              </a:tr>
              <a:tr h="1148740">
                <a:tc>
                  <a:txBody>
                    <a:bodyPr/>
                    <a:lstStyle/>
                    <a:p>
                      <a:r>
                        <a:rPr lang="en-US" sz="3000"/>
                        <a:t>Presentation</a:t>
                      </a:r>
                    </a:p>
                  </a:txBody>
                  <a:tcPr marL="151507" marR="151507" marT="75754" marB="75754"/>
                </a:tc>
                <a:tc>
                  <a:txBody>
                    <a:bodyPr/>
                    <a:lstStyle/>
                    <a:p>
                      <a:r>
                        <a:rPr lang="en-US" sz="3000"/>
                        <a:t>Model Development</a:t>
                      </a:r>
                    </a:p>
                  </a:txBody>
                  <a:tcPr marL="151507" marR="151507" marT="75754" marB="75754"/>
                </a:tc>
                <a:tc>
                  <a:txBody>
                    <a:bodyPr/>
                    <a:lstStyle/>
                    <a:p>
                      <a:r>
                        <a:rPr lang="en-US" sz="3000"/>
                        <a:t>Dataset Selection</a:t>
                      </a:r>
                    </a:p>
                  </a:txBody>
                  <a:tcPr marL="151507" marR="151507" marT="75754" marB="75754"/>
                </a:tc>
                <a:extLst>
                  <a:ext uri="{0D108BD9-81ED-4DB2-BD59-A6C34878D82A}">
                    <a16:rowId xmlns:a16="http://schemas.microsoft.com/office/drawing/2014/main" val="1419170734"/>
                  </a:ext>
                </a:extLst>
              </a:tr>
              <a:tr h="1148740">
                <a:tc>
                  <a:txBody>
                    <a:bodyPr/>
                    <a:lstStyle/>
                    <a:p>
                      <a:r>
                        <a:rPr lang="en-US" sz="3000"/>
                        <a:t>Test set &amp; Data Cleaning</a:t>
                      </a:r>
                    </a:p>
                  </a:txBody>
                  <a:tcPr marL="151507" marR="151507" marT="75754" marB="75754"/>
                </a:tc>
                <a:tc>
                  <a:txBody>
                    <a:bodyPr/>
                    <a:lstStyle/>
                    <a:p>
                      <a:r>
                        <a:rPr lang="en-US" sz="3000"/>
                        <a:t>Feature Selection</a:t>
                      </a:r>
                    </a:p>
                  </a:txBody>
                  <a:tcPr marL="151507" marR="151507" marT="75754" marB="75754"/>
                </a:tc>
                <a:tc>
                  <a:txBody>
                    <a:bodyPr/>
                    <a:lstStyle/>
                    <a:p>
                      <a:r>
                        <a:rPr lang="en-US" sz="3000"/>
                        <a:t>Model Development</a:t>
                      </a:r>
                    </a:p>
                  </a:txBody>
                  <a:tcPr marL="151507" marR="151507" marT="75754" marB="75754"/>
                </a:tc>
                <a:extLst>
                  <a:ext uri="{0D108BD9-81ED-4DB2-BD59-A6C34878D82A}">
                    <a16:rowId xmlns:a16="http://schemas.microsoft.com/office/drawing/2014/main" val="1519448481"/>
                  </a:ext>
                </a:extLst>
              </a:tr>
              <a:tr h="684912">
                <a:tc>
                  <a:txBody>
                    <a:bodyPr/>
                    <a:lstStyle/>
                    <a:p>
                      <a:r>
                        <a:rPr lang="en-US" sz="3000"/>
                        <a:t>Feature Selection &amp; Visualizing Data</a:t>
                      </a:r>
                    </a:p>
                  </a:txBody>
                  <a:tcPr marL="151507" marR="151507" marT="75754" marB="75754"/>
                </a:tc>
                <a:tc>
                  <a:txBody>
                    <a:bodyPr/>
                    <a:lstStyle/>
                    <a:p>
                      <a:r>
                        <a:rPr lang="en-US" sz="3000"/>
                        <a:t>Data Loading</a:t>
                      </a:r>
                    </a:p>
                  </a:txBody>
                  <a:tcPr marL="151507" marR="151507" marT="75754" marB="75754"/>
                </a:tc>
                <a:tc>
                  <a:txBody>
                    <a:bodyPr/>
                    <a:lstStyle/>
                    <a:p>
                      <a:r>
                        <a:rPr lang="en-US" sz="3000"/>
                        <a:t>Random Forest &amp; Logistic Regression</a:t>
                      </a:r>
                    </a:p>
                  </a:txBody>
                  <a:tcPr marL="151507" marR="151507" marT="75754" marB="75754"/>
                </a:tc>
                <a:extLst>
                  <a:ext uri="{0D108BD9-81ED-4DB2-BD59-A6C34878D82A}">
                    <a16:rowId xmlns:a16="http://schemas.microsoft.com/office/drawing/2014/main" val="2152934321"/>
                  </a:ext>
                </a:extLst>
              </a:tr>
            </a:tbl>
          </a:graphicData>
        </a:graphic>
      </p:graphicFrame>
    </p:spTree>
    <p:extLst>
      <p:ext uri="{BB962C8B-B14F-4D97-AF65-F5344CB8AC3E}">
        <p14:creationId xmlns:p14="http://schemas.microsoft.com/office/powerpoint/2010/main" val="1924060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IEESP – LUXURY WATCH</vt:lpstr>
      <vt:lpstr>Dataset Acquisition</vt:lpstr>
      <vt:lpstr>Objective</vt:lpstr>
      <vt:lpstr>AI System </vt:lpstr>
      <vt:lpstr>Data shape and table </vt:lpstr>
      <vt:lpstr>Test Set Creation</vt:lpstr>
      <vt:lpstr>Missing Values</vt:lpstr>
      <vt:lpstr>Copying Dataset</vt:lpstr>
      <vt:lpstr>Dataset Cleaning</vt:lpstr>
      <vt:lpstr>Feature Selection and Pre-Processing</vt:lpstr>
      <vt:lpstr>Feature Selection</vt:lpstr>
      <vt:lpstr>Models Training</vt:lpstr>
      <vt:lpstr>Models Training</vt:lpstr>
      <vt:lpstr>Random Forest</vt:lpstr>
      <vt:lpstr>Logistic Regression</vt:lpstr>
      <vt:lpstr>Demo Application</vt:lpstr>
      <vt:lpstr>Limitations</vt:lpstr>
      <vt:lpstr>Reflection</vt:lpstr>
      <vt:lpstr>Contribution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2025-12-05T14:38:17Z</dcterms:created>
  <dcterms:modified xsi:type="dcterms:W3CDTF">2025-12-09T12:08:34Z</dcterms:modified>
</cp:coreProperties>
</file>